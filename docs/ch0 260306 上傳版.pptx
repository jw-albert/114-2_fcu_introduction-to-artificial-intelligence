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505" r:id="rId12"/>
    <p:sldId id="501" r:id="rId13"/>
    <p:sldId id="504" r:id="rId14"/>
    <p:sldId id="503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A3526-61AE-4EB3-820D-AA48DDC4388F}" v="253" dt="2026-03-05T15:03:10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11" autoAdjust="0"/>
  </p:normalViewPr>
  <p:slideViewPr>
    <p:cSldViewPr snapToGrid="0">
      <p:cViewPr>
        <p:scale>
          <a:sx n="75" d="100"/>
          <a:sy n="75" d="100"/>
        </p:scale>
        <p:origin x="191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哲誠" userId="5d6e92af-707e-44d9-a48f-9a80309f0b3d" providerId="ADAL" clId="{87957148-FB1E-4665-A019-A686AD00C742}"/>
    <pc:docChg chg="undo custSel addSld delSld modSld sldOrd delMainMaster">
      <pc:chgData name="張哲誠" userId="5d6e92af-707e-44d9-a48f-9a80309f0b3d" providerId="ADAL" clId="{87957148-FB1E-4665-A019-A686AD00C742}" dt="2026-03-05T15:05:37.347" v="842" actId="680"/>
      <pc:docMkLst>
        <pc:docMk/>
      </pc:docMkLst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36702459" sldId="268"/>
        </pc:sldMkLst>
      </pc:sldChg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1940215317" sldId="269"/>
        </pc:sldMkLst>
      </pc:sldChg>
      <pc:sldChg chg="add del">
        <pc:chgData name="張哲誠" userId="5d6e92af-707e-44d9-a48f-9a80309f0b3d" providerId="ADAL" clId="{87957148-FB1E-4665-A019-A686AD00C742}" dt="2026-03-05T15:05:33.987" v="841" actId="47"/>
        <pc:sldMkLst>
          <pc:docMk/>
          <pc:sldMk cId="105091097" sldId="314"/>
        </pc:sldMkLst>
      </pc:sldChg>
      <pc:sldChg chg="add del">
        <pc:chgData name="張哲誠" userId="5d6e92af-707e-44d9-a48f-9a80309f0b3d" providerId="ADAL" clId="{87957148-FB1E-4665-A019-A686AD00C742}" dt="2026-03-05T15:05:33.987" v="841" actId="47"/>
        <pc:sldMkLst>
          <pc:docMk/>
          <pc:sldMk cId="3190552758" sldId="316"/>
        </pc:sldMkLst>
      </pc:sldChg>
      <pc:sldChg chg="add del">
        <pc:chgData name="張哲誠" userId="5d6e92af-707e-44d9-a48f-9a80309f0b3d" providerId="ADAL" clId="{87957148-FB1E-4665-A019-A686AD00C742}" dt="2026-03-05T15:05:33.987" v="841" actId="47"/>
        <pc:sldMkLst>
          <pc:docMk/>
          <pc:sldMk cId="1796998265" sldId="317"/>
        </pc:sldMkLst>
      </pc:sldChg>
      <pc:sldChg chg="add del">
        <pc:chgData name="張哲誠" userId="5d6e92af-707e-44d9-a48f-9a80309f0b3d" providerId="ADAL" clId="{87957148-FB1E-4665-A019-A686AD00C742}" dt="2026-03-05T15:05:33.987" v="841" actId="47"/>
        <pc:sldMkLst>
          <pc:docMk/>
          <pc:sldMk cId="1132425324" sldId="318"/>
        </pc:sldMkLst>
      </pc:sldChg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4185949650" sldId="496"/>
        </pc:sldMkLst>
      </pc:sldChg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2196283079" sldId="497"/>
        </pc:sldMkLst>
      </pc:sldChg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2342397440" sldId="498"/>
        </pc:sldMkLst>
      </pc:sldChg>
      <pc:sldChg chg="del ord">
        <pc:chgData name="張哲誠" userId="5d6e92af-707e-44d9-a48f-9a80309f0b3d" providerId="ADAL" clId="{87957148-FB1E-4665-A019-A686AD00C742}" dt="2026-03-05T15:05:33.987" v="841" actId="47"/>
        <pc:sldMkLst>
          <pc:docMk/>
          <pc:sldMk cId="3134145451" sldId="499"/>
        </pc:sldMkLst>
      </pc:sldChg>
      <pc:sldChg chg="del">
        <pc:chgData name="張哲誠" userId="5d6e92af-707e-44d9-a48f-9a80309f0b3d" providerId="ADAL" clId="{87957148-FB1E-4665-A019-A686AD00C742}" dt="2026-03-05T15:05:33.987" v="841" actId="47"/>
        <pc:sldMkLst>
          <pc:docMk/>
          <pc:sldMk cId="4067790897" sldId="500"/>
        </pc:sldMkLst>
      </pc:sldChg>
      <pc:sldChg chg="modSp mod">
        <pc:chgData name="張哲誠" userId="5d6e92af-707e-44d9-a48f-9a80309f0b3d" providerId="ADAL" clId="{87957148-FB1E-4665-A019-A686AD00C742}" dt="2026-02-23T17:19:30.201" v="95" actId="20577"/>
        <pc:sldMkLst>
          <pc:docMk/>
          <pc:sldMk cId="120012263" sldId="501"/>
        </pc:sldMkLst>
        <pc:spChg chg="mod">
          <ac:chgData name="張哲誠" userId="5d6e92af-707e-44d9-a48f-9a80309f0b3d" providerId="ADAL" clId="{87957148-FB1E-4665-A019-A686AD00C742}" dt="2026-02-23T17:19:30.201" v="95" actId="20577"/>
          <ac:spMkLst>
            <pc:docMk/>
            <pc:sldMk cId="120012263" sldId="501"/>
            <ac:spMk id="3" creationId="{B69C15F7-6EB7-C875-30F6-1AB182F5FA45}"/>
          </ac:spMkLst>
        </pc:spChg>
      </pc:sldChg>
      <pc:sldChg chg="modSp add mod">
        <pc:chgData name="張哲誠" userId="5d6e92af-707e-44d9-a48f-9a80309f0b3d" providerId="ADAL" clId="{87957148-FB1E-4665-A019-A686AD00C742}" dt="2026-02-23T17:28:46.800" v="829"/>
        <pc:sldMkLst>
          <pc:docMk/>
          <pc:sldMk cId="2003094061" sldId="503"/>
        </pc:sldMkLst>
        <pc:spChg chg="mod">
          <ac:chgData name="張哲誠" userId="5d6e92af-707e-44d9-a48f-9a80309f0b3d" providerId="ADAL" clId="{87957148-FB1E-4665-A019-A686AD00C742}" dt="2026-02-23T17:28:46.800" v="829"/>
          <ac:spMkLst>
            <pc:docMk/>
            <pc:sldMk cId="2003094061" sldId="503"/>
            <ac:spMk id="3" creationId="{00000000-0000-0000-0000-000000000000}"/>
          </ac:spMkLst>
        </pc:spChg>
      </pc:sldChg>
      <pc:sldChg chg="modSp add mod">
        <pc:chgData name="張哲誠" userId="5d6e92af-707e-44d9-a48f-9a80309f0b3d" providerId="ADAL" clId="{87957148-FB1E-4665-A019-A686AD00C742}" dt="2026-03-05T15:04:43.294" v="840" actId="207"/>
        <pc:sldMkLst>
          <pc:docMk/>
          <pc:sldMk cId="2560114795" sldId="504"/>
        </pc:sldMkLst>
        <pc:spChg chg="mod">
          <ac:chgData name="張哲誠" userId="5d6e92af-707e-44d9-a48f-9a80309f0b3d" providerId="ADAL" clId="{87957148-FB1E-4665-A019-A686AD00C742}" dt="2026-03-05T15:04:43.294" v="840" actId="207"/>
          <ac:spMkLst>
            <pc:docMk/>
            <pc:sldMk cId="2560114795" sldId="504"/>
            <ac:spMk id="3" creationId="{2649ABF9-E7E0-A367-931A-599BF412FAC9}"/>
          </ac:spMkLst>
        </pc:spChg>
      </pc:sldChg>
      <pc:sldChg chg="new">
        <pc:chgData name="張哲誠" userId="5d6e92af-707e-44d9-a48f-9a80309f0b3d" providerId="ADAL" clId="{87957148-FB1E-4665-A019-A686AD00C742}" dt="2026-03-05T15:05:37.347" v="842" actId="680"/>
        <pc:sldMkLst>
          <pc:docMk/>
          <pc:sldMk cId="3291466356" sldId="505"/>
        </pc:sldMkLst>
      </pc:sldChg>
      <pc:sldMasterChg chg="del delSldLayout">
        <pc:chgData name="張哲誠" userId="5d6e92af-707e-44d9-a48f-9a80309f0b3d" providerId="ADAL" clId="{87957148-FB1E-4665-A019-A686AD00C742}" dt="2026-03-05T15:05:33.987" v="841" actId="47"/>
        <pc:sldMasterMkLst>
          <pc:docMk/>
          <pc:sldMasterMk cId="1660379296" sldId="2147483713"/>
        </pc:sldMasterMkLst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3771112544" sldId="2147483714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590329157" sldId="2147483715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013529612" sldId="2147483716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259833961" sldId="2147483717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4080712395" sldId="2147483718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2209665400" sldId="2147483719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3766984275" sldId="2147483720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3831324655" sldId="2147483721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2555943851" sldId="2147483722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445594318" sldId="2147483723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3806936907" sldId="2147483724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3468729696" sldId="2147483725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204838574" sldId="2147483726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740270223" sldId="2147483727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2606017016" sldId="2147483728"/>
          </pc:sldLayoutMkLst>
        </pc:sldLayoutChg>
        <pc:sldLayoutChg chg="del">
          <pc:chgData name="張哲誠" userId="5d6e92af-707e-44d9-a48f-9a80309f0b3d" providerId="ADAL" clId="{87957148-FB1E-4665-A019-A686AD00C742}" dt="2026-03-05T15:05:33.987" v="841" actId="47"/>
          <pc:sldLayoutMkLst>
            <pc:docMk/>
            <pc:sldMasterMk cId="1660379296" sldId="2147483713"/>
            <pc:sldLayoutMk cId="1866271201" sldId="214748372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2E46C-1491-4BA9-92F0-B7A573D65F1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4DA1C-903D-4734-9FD4-63059C5936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73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h-classical.m.wikipedia.org/wiki/%E6%AA%94%E6%A1%88:Alphago_logo_Reversed.svg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kenming_wang/25721485935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https://zh-classical.m.wikipedia.org/wiki/%E6%AA%94%E6%A1%88:Alphago_logo_Reversed.svg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10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https://www.flickr.com/photos/kenming_wang/25721485935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5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70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4DA1C-903D-4734-9FD4-63059C5936E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14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13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56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49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08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20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12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96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7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98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77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548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4639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591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133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4823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561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86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54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726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03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397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615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170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54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8047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417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427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6911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0701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92735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3895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0606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70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72059-2B87-4DC7-8B67-4E111126840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A1BCB-C2DF-4C22-BAA8-F276E63271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322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BE850-DFE2-41E7-8941-CE0A7B2632CB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82C733-7D08-4B5F-87DD-CD96AB5D3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64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-classical.m.wikipedia.org/wiki/%E6%AA%94%E6%A1%88:Alphago_logo_Reversed.sv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kenming_wang/2572148593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人工智慧導論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逢甲大學  資訊工程學系  張哲誠</a:t>
            </a:r>
          </a:p>
        </p:txBody>
      </p:sp>
    </p:spTree>
    <p:extLst>
      <p:ext uri="{BB962C8B-B14F-4D97-AF65-F5344CB8AC3E}">
        <p14:creationId xmlns:p14="http://schemas.microsoft.com/office/powerpoint/2010/main" val="292313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AlphaGo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檔案:Alphago logo Reversed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514" y="1905696"/>
            <a:ext cx="5037211" cy="1322269"/>
          </a:xfrm>
          <a:prstGeom prst="rect">
            <a:avLst/>
          </a:prstGeom>
          <a:solidFill>
            <a:schemeClr val="tx1">
              <a:alpha val="90000"/>
            </a:schemeClr>
          </a:solidFill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E208266-E3A5-42E9-027F-93FA60772075}"/>
              </a:ext>
            </a:extLst>
          </p:cNvPr>
          <p:cNvSpPr txBox="1"/>
          <p:nvPr/>
        </p:nvSpPr>
        <p:spPr>
          <a:xfrm>
            <a:off x="-1589" y="6550223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hlinkClick r:id="rId4"/>
              </a:rPr>
              <a:t>https://zh-classical.m.wikipedia.org/wiki/%E6%AA%94%E6%A1%88:Alphago_logo_Reversed.svg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768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AlphaGo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DeepMind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（圍棋）</a:t>
            </a:r>
          </a:p>
        </p:txBody>
      </p:sp>
      <p:pic>
        <p:nvPicPr>
          <p:cNvPr id="2050" name="Picture 2" descr="「alphago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51" y="1867286"/>
            <a:ext cx="3235324" cy="342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E59FD1A-91A1-CB5F-8C16-DEAD0A366280}"/>
              </a:ext>
            </a:extLst>
          </p:cNvPr>
          <p:cNvSpPr txBox="1"/>
          <p:nvPr/>
        </p:nvSpPr>
        <p:spPr>
          <a:xfrm>
            <a:off x="0" y="6543163"/>
            <a:ext cx="6102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hlinkClick r:id="rId4"/>
              </a:rPr>
              <a:t>https://www.flickr.com/photos/kenming_wang/25721485935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7021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AlphaGo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DeepMind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（圍棋）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Artificial Intelligence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Machine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Deep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247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AlphaGo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DeepMind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（圍棋）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Artificial Intelligence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Machine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Deep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圖說文字 3"/>
          <p:cNvSpPr/>
          <p:nvPr/>
        </p:nvSpPr>
        <p:spPr>
          <a:xfrm>
            <a:off x="6001752" y="3361823"/>
            <a:ext cx="3351798" cy="2197769"/>
          </a:xfrm>
          <a:prstGeom prst="wedgeRectCallout">
            <a:avLst>
              <a:gd name="adj1" fmla="val -74509"/>
              <a:gd name="adj2" fmla="val -89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但是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  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實際上，這三個名詞所指的技術並不完全相同</a:t>
            </a:r>
          </a:p>
        </p:txBody>
      </p:sp>
    </p:spTree>
    <p:extLst>
      <p:ext uri="{BB962C8B-B14F-4D97-AF65-F5344CB8AC3E}">
        <p14:creationId xmlns:p14="http://schemas.microsoft.com/office/powerpoint/2010/main" val="22692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9550" y="1085850"/>
            <a:ext cx="11734800" cy="55054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552700" y="476250"/>
            <a:ext cx="704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人工智慧：試著用機器來實現人類智慧的一門學問</a:t>
            </a:r>
          </a:p>
        </p:txBody>
      </p:sp>
      <p:sp>
        <p:nvSpPr>
          <p:cNvPr id="11" name="橢圓 10"/>
          <p:cNvSpPr/>
          <p:nvPr/>
        </p:nvSpPr>
        <p:spPr>
          <a:xfrm>
            <a:off x="4996950" y="4145550"/>
            <a:ext cx="2160000" cy="21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統計</a:t>
            </a:r>
          </a:p>
        </p:txBody>
      </p:sp>
      <p:sp>
        <p:nvSpPr>
          <p:cNvPr id="12" name="橢圓 11"/>
          <p:cNvSpPr/>
          <p:nvPr/>
        </p:nvSpPr>
        <p:spPr>
          <a:xfrm>
            <a:off x="3256050" y="2214150"/>
            <a:ext cx="2160000" cy="216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推論</a:t>
            </a:r>
          </a:p>
        </p:txBody>
      </p:sp>
      <p:sp>
        <p:nvSpPr>
          <p:cNvPr id="13" name="橢圓 12"/>
          <p:cNvSpPr/>
          <p:nvPr/>
        </p:nvSpPr>
        <p:spPr>
          <a:xfrm>
            <a:off x="1028700" y="4145550"/>
            <a:ext cx="2160000" cy="216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機率</a:t>
            </a:r>
          </a:p>
        </p:txBody>
      </p:sp>
      <p:sp>
        <p:nvSpPr>
          <p:cNvPr id="14" name="橢圓 13"/>
          <p:cNvSpPr/>
          <p:nvPr/>
        </p:nvSpPr>
        <p:spPr>
          <a:xfrm>
            <a:off x="740025" y="1535700"/>
            <a:ext cx="2160000" cy="216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邏輯</a:t>
            </a:r>
          </a:p>
        </p:txBody>
      </p:sp>
      <p:sp>
        <p:nvSpPr>
          <p:cNvPr id="15" name="矩形 14"/>
          <p:cNvSpPr/>
          <p:nvPr/>
        </p:nvSpPr>
        <p:spPr>
          <a:xfrm>
            <a:off x="7486650" y="1314450"/>
            <a:ext cx="4229100" cy="49911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39050" y="1535700"/>
            <a:ext cx="150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</a:t>
            </a:r>
          </a:p>
        </p:txBody>
      </p:sp>
      <p:sp>
        <p:nvSpPr>
          <p:cNvPr id="17" name="圓角矩形 16"/>
          <p:cNvSpPr/>
          <p:nvPr/>
        </p:nvSpPr>
        <p:spPr>
          <a:xfrm>
            <a:off x="7704000" y="2225965"/>
            <a:ext cx="1440000" cy="1440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線性回歸</a:t>
            </a:r>
          </a:p>
        </p:txBody>
      </p:sp>
      <p:sp>
        <p:nvSpPr>
          <p:cNvPr id="18" name="圓角矩形 17"/>
          <p:cNvSpPr/>
          <p:nvPr/>
        </p:nvSpPr>
        <p:spPr>
          <a:xfrm>
            <a:off x="9601200" y="1766532"/>
            <a:ext cx="1440000" cy="144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分群演算法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9872250" y="3654150"/>
            <a:ext cx="1440000" cy="144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深度學習</a:t>
            </a:r>
          </a:p>
        </p:txBody>
      </p:sp>
      <p:sp>
        <p:nvSpPr>
          <p:cNvPr id="20" name="圓角矩形 19"/>
          <p:cNvSpPr/>
          <p:nvPr/>
        </p:nvSpPr>
        <p:spPr>
          <a:xfrm>
            <a:off x="7959450" y="4374150"/>
            <a:ext cx="1440000" cy="144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類神經網路</a:t>
            </a:r>
          </a:p>
        </p:txBody>
      </p:sp>
    </p:spTree>
    <p:extLst>
      <p:ext uri="{BB962C8B-B14F-4D97-AF65-F5344CB8AC3E}">
        <p14:creationId xmlns:p14="http://schemas.microsoft.com/office/powerpoint/2010/main" val="408595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456113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Artificial Intelligence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用來實現人工智慧應用的技術總稱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Machine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實現人工智慧的技術之一，利用機器學習特定知識後，再進行應用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Deep Learning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機器學習技術的一種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由原始的類神經網路進化而來的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（類神經網路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anose="05050102010706020507" pitchFamily="18" charset="2"/>
              </a:rPr>
              <a:t> 深度學習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282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09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資料及儲存工具（存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程式能力（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C, C++, Python, ……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）、資料科學知識（人工智慧、機器學習、深度學習、增強學習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強化學習、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專業知識（材料科學、電機工程、資訊工程、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4408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DB258-C0B5-8690-A06F-4A190DD7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B6F904-3055-848D-5200-AB5E8A3F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6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96B8E5-6917-3F10-3B0A-5801304D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9C15F7-6EB7-C875-30F6-1AB182F5F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每節課實作：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33%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期中報告（不會和學校行事曆同步）：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33%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期末筆試（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 book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34%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點名不計分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~~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每次課程互動加總成績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12001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EEDCA-EB77-0B6B-108F-262A363E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FF48B7-8D43-50CF-CF96-4CC68DA06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分組報告規定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49ABF9-E7E0-A367-931A-599BF412F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8"/>
            <a:ext cx="8596668" cy="4697411"/>
          </a:xfrm>
        </p:spPr>
        <p:txBody>
          <a:bodyPr>
            <a:normAutofit/>
          </a:bodyPr>
          <a:lstStyle/>
          <a:p>
            <a:r>
              <a:rPr lang="zh-TW" altLang="en-US" sz="2400" dirty="0"/>
              <a:t>一份“</a:t>
            </a:r>
            <a:r>
              <a:rPr lang="zh-TW" altLang="en-US" sz="2400" dirty="0">
                <a:solidFill>
                  <a:srgbClr val="FF0000"/>
                </a:solidFill>
              </a:rPr>
              <a:t>教學</a:t>
            </a:r>
            <a:r>
              <a:rPr lang="zh-TW" altLang="en-US" sz="2400" dirty="0"/>
              <a:t>”投影片</a:t>
            </a:r>
            <a:endParaRPr lang="en-US" altLang="zh-TW" sz="2400" dirty="0"/>
          </a:p>
          <a:p>
            <a:pPr lvl="1"/>
            <a:r>
              <a:rPr lang="zh-TW" altLang="en-US" sz="2000" dirty="0"/>
              <a:t>分享給全班同學</a:t>
            </a:r>
            <a:r>
              <a:rPr lang="en-US" altLang="zh-TW" sz="2000" dirty="0"/>
              <a:t>AI</a:t>
            </a:r>
            <a:r>
              <a:rPr lang="zh-TW" altLang="en-US" sz="2000" dirty="0"/>
              <a:t>相關的技術</a:t>
            </a:r>
            <a:endParaRPr lang="en-US" altLang="zh-TW" sz="2000" dirty="0"/>
          </a:p>
          <a:p>
            <a:pPr lvl="2"/>
            <a:r>
              <a:rPr lang="zh-TW" altLang="en-US" sz="1800" dirty="0"/>
              <a:t>例如：特定的神經網路變化與應用</a:t>
            </a:r>
            <a:endParaRPr lang="en-US" altLang="zh-TW" sz="1800" dirty="0"/>
          </a:p>
          <a:p>
            <a:pPr lvl="1"/>
            <a:r>
              <a:rPr lang="zh-TW" altLang="en-US" sz="2000" dirty="0"/>
              <a:t>不同的</a:t>
            </a:r>
            <a:r>
              <a:rPr lang="en-US" altLang="zh-TW" sz="2000" dirty="0"/>
              <a:t>AI</a:t>
            </a:r>
            <a:r>
              <a:rPr lang="zh-TW" altLang="en-US" sz="2000" dirty="0"/>
              <a:t>應用開發工具</a:t>
            </a:r>
            <a:endParaRPr lang="en-US" altLang="zh-TW" sz="2000" dirty="0"/>
          </a:p>
          <a:p>
            <a:pPr lvl="2"/>
            <a:r>
              <a:rPr lang="zh-TW" altLang="en-US" sz="1800" dirty="0"/>
              <a:t>例如：</a:t>
            </a:r>
            <a:r>
              <a:rPr lang="en-US" altLang="zh-TW" sz="1800" dirty="0"/>
              <a:t>n8n</a:t>
            </a:r>
            <a:r>
              <a:rPr lang="zh-TW" altLang="en-US" sz="1800" dirty="0"/>
              <a:t>建立</a:t>
            </a:r>
            <a:r>
              <a:rPr lang="en-US" altLang="zh-TW" sz="1800" dirty="0"/>
              <a:t>AI</a:t>
            </a:r>
            <a:r>
              <a:rPr lang="zh-TW" altLang="en-US" sz="1800" dirty="0"/>
              <a:t>應用、</a:t>
            </a:r>
            <a:r>
              <a:rPr lang="en-US" altLang="zh-TW" sz="1800" dirty="0"/>
              <a:t>prompt</a:t>
            </a:r>
            <a:r>
              <a:rPr lang="zh-TW" altLang="en-US" sz="1800" dirty="0"/>
              <a:t>魔法師工具</a:t>
            </a:r>
          </a:p>
        </p:txBody>
      </p:sp>
    </p:spTree>
    <p:extLst>
      <p:ext uri="{BB962C8B-B14F-4D97-AF65-F5344CB8AC3E}">
        <p14:creationId xmlns:p14="http://schemas.microsoft.com/office/powerpoint/2010/main" val="256011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分組報告規定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2160588"/>
            <a:ext cx="8596668" cy="4697411"/>
          </a:xfrm>
        </p:spPr>
        <p:txBody>
          <a:bodyPr>
            <a:normAutofit/>
          </a:bodyPr>
          <a:lstStyle/>
          <a:p>
            <a:r>
              <a:rPr lang="zh-TW" altLang="en-US" dirty="0"/>
              <a:t>於報告日</a:t>
            </a:r>
            <a:r>
              <a:rPr lang="zh-TW" altLang="en-US" dirty="0">
                <a:solidFill>
                  <a:srgbClr val="FF0000"/>
                </a:solidFill>
              </a:rPr>
              <a:t>前</a:t>
            </a:r>
            <a:r>
              <a:rPr lang="zh-TW" altLang="en-US" dirty="0"/>
              <a:t>提供題目、投影片及報告寄給授課教師</a:t>
            </a:r>
            <a:br>
              <a:rPr lang="en-US" altLang="zh-TW" dirty="0"/>
            </a:br>
            <a:r>
              <a:rPr lang="zh-TW" altLang="en-US" dirty="0"/>
              <a:t>（</a:t>
            </a:r>
            <a:r>
              <a:rPr lang="en-US" altLang="zh-TW" dirty="0"/>
              <a:t>google</a:t>
            </a:r>
            <a:r>
              <a:rPr lang="zh-TW" altLang="en-US" dirty="0"/>
              <a:t>表單 </a:t>
            </a:r>
            <a:r>
              <a:rPr lang="en-US" altLang="zh-TW" dirty="0"/>
              <a:t>+ checchang@fcu.edu.tw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zh-TW" altLang="en-US" dirty="0"/>
              <a:t>先登記，之後在補其它資料</a:t>
            </a:r>
            <a:endParaRPr lang="en-US" altLang="zh-TW" dirty="0"/>
          </a:p>
          <a:p>
            <a:pPr lvl="1"/>
            <a:r>
              <a:rPr lang="zh-TW" altLang="en-US" dirty="0"/>
              <a:t>投影片</a:t>
            </a:r>
            <a:endParaRPr lang="en-US" altLang="zh-TW" dirty="0"/>
          </a:p>
          <a:p>
            <a:pPr lvl="2"/>
            <a:r>
              <a:rPr lang="en-US" altLang="zh-TW" dirty="0" err="1"/>
              <a:t>ppt</a:t>
            </a:r>
            <a:r>
              <a:rPr lang="en-US" altLang="zh-TW" dirty="0"/>
              <a:t> or </a:t>
            </a:r>
            <a:r>
              <a:rPr lang="en-US" altLang="zh-TW" dirty="0" err="1"/>
              <a:t>pptx</a:t>
            </a:r>
            <a:endParaRPr lang="en-US" altLang="zh-TW" dirty="0"/>
          </a:p>
          <a:p>
            <a:pPr lvl="2"/>
            <a:r>
              <a:rPr lang="zh-TW" altLang="en-US" dirty="0"/>
              <a:t>對應報告素材，例如：影片檔案或影片檔案連結</a:t>
            </a:r>
            <a:endParaRPr lang="en-US" altLang="zh-TW" dirty="0"/>
          </a:p>
          <a:p>
            <a:pPr lvl="1"/>
            <a:r>
              <a:rPr lang="zh-TW" altLang="en-US" dirty="0"/>
              <a:t>報告</a:t>
            </a:r>
            <a:endParaRPr lang="en-US" altLang="zh-TW" dirty="0"/>
          </a:p>
          <a:p>
            <a:pPr lvl="2"/>
            <a:r>
              <a:rPr lang="en-US" altLang="zh-TW" dirty="0"/>
              <a:t>doc or </a:t>
            </a:r>
            <a:r>
              <a:rPr lang="en-US" altLang="zh-TW" dirty="0" err="1"/>
              <a:t>docx</a:t>
            </a:r>
            <a:endParaRPr lang="en-US" altLang="zh-TW" dirty="0"/>
          </a:p>
          <a:p>
            <a:pPr lvl="2"/>
            <a:r>
              <a:rPr lang="zh-TW" altLang="en-US" dirty="0"/>
              <a:t>格式可參考逢甲大學論文格式（含封面至少</a:t>
            </a:r>
            <a:r>
              <a:rPr lang="en-US" altLang="zh-TW" dirty="0"/>
              <a:t>10</a:t>
            </a:r>
            <a:r>
              <a:rPr lang="zh-TW" altLang="en-US" dirty="0"/>
              <a:t>頁，需包含參考文獻）</a:t>
            </a:r>
            <a:endParaRPr lang="en-US" altLang="zh-TW" dirty="0"/>
          </a:p>
          <a:p>
            <a:r>
              <a:rPr lang="zh-TW" altLang="en-US" dirty="0"/>
              <a:t>上台報告</a:t>
            </a:r>
            <a:endParaRPr lang="en-US" altLang="zh-TW" dirty="0"/>
          </a:p>
          <a:p>
            <a:pPr lvl="1"/>
            <a:r>
              <a:rPr lang="zh-TW" altLang="en-US" dirty="0"/>
              <a:t>時間長度：</a:t>
            </a:r>
            <a:r>
              <a:rPr lang="en-US" altLang="zh-TW" dirty="0"/>
              <a:t>20</a:t>
            </a:r>
            <a:r>
              <a:rPr lang="zh-TW" altLang="en-US" dirty="0"/>
              <a:t>分鐘（</a:t>
            </a:r>
            <a:r>
              <a:rPr lang="en-US" altLang="zh-TW" dirty="0"/>
              <a:t>2~3</a:t>
            </a:r>
            <a:r>
              <a:rPr lang="zh-TW" altLang="en-US" dirty="0"/>
              <a:t>人）、報告當天所有組員必須出席並回答問題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報告不是上台拿著手機</a:t>
            </a:r>
            <a:r>
              <a:rPr lang="en-US" altLang="zh-TW" dirty="0">
                <a:solidFill>
                  <a:srgbClr val="FF0000"/>
                </a:solidFill>
              </a:rPr>
              <a:t>or</a:t>
            </a:r>
            <a:r>
              <a:rPr lang="zh-TW" altLang="en-US" dirty="0">
                <a:solidFill>
                  <a:srgbClr val="FF0000"/>
                </a:solidFill>
              </a:rPr>
              <a:t>稿紙唸給全班聽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分組報告是要大家統整資料後進行報告，不是自己報自己的</a:t>
            </a:r>
          </a:p>
        </p:txBody>
      </p:sp>
    </p:spTree>
    <p:extLst>
      <p:ext uri="{BB962C8B-B14F-4D97-AF65-F5344CB8AC3E}">
        <p14:creationId xmlns:p14="http://schemas.microsoft.com/office/powerpoint/2010/main" val="2003094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電路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電路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電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6181</TotalTime>
  <Words>520</Words>
  <Application>Microsoft Office PowerPoint</Application>
  <PresentationFormat>寬螢幕</PresentationFormat>
  <Paragraphs>78</Paragraphs>
  <Slides>13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微軟正黑體</vt:lpstr>
      <vt:lpstr>Arial</vt:lpstr>
      <vt:lpstr>Calibri</vt:lpstr>
      <vt:lpstr>Trebuchet MS</vt:lpstr>
      <vt:lpstr>Tw Cen MT</vt:lpstr>
      <vt:lpstr>Wingdings 3</vt:lpstr>
      <vt:lpstr>電路</vt:lpstr>
      <vt:lpstr>多面向</vt:lpstr>
      <vt:lpstr>人工智慧導論</vt:lpstr>
      <vt:lpstr>簡介</vt:lpstr>
      <vt:lpstr>簡介</vt:lpstr>
      <vt:lpstr>簡介</vt:lpstr>
      <vt:lpstr>簡介</vt:lpstr>
      <vt:lpstr>PowerPoint 簡報</vt:lpstr>
      <vt:lpstr>簡介</vt:lpstr>
      <vt:lpstr>PowerPoint 簡報</vt:lpstr>
      <vt:lpstr>PowerPoint 簡報</vt:lpstr>
      <vt:lpstr>PowerPoint 簡報</vt:lpstr>
      <vt:lpstr>評分標準</vt:lpstr>
      <vt:lpstr>分組報告規定</vt:lpstr>
      <vt:lpstr>分組報告規定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機器學習基礎理論與實作</dc:title>
  <dc:creator>Ray</dc:creator>
  <cp:lastModifiedBy>張哲誠</cp:lastModifiedBy>
  <cp:revision>82</cp:revision>
  <dcterms:created xsi:type="dcterms:W3CDTF">2019-11-16T08:00:53Z</dcterms:created>
  <dcterms:modified xsi:type="dcterms:W3CDTF">2026-03-05T15:05:42Z</dcterms:modified>
</cp:coreProperties>
</file>