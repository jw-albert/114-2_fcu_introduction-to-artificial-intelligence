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2" r:id="rId1"/>
    <p:sldMasterId id="2147483819" r:id="rId2"/>
  </p:sldMasterIdLst>
  <p:sldIdLst>
    <p:sldId id="256" r:id="rId3"/>
    <p:sldId id="345" r:id="rId4"/>
    <p:sldId id="316" r:id="rId5"/>
    <p:sldId id="317" r:id="rId6"/>
    <p:sldId id="318" r:id="rId7"/>
    <p:sldId id="319" r:id="rId8"/>
    <p:sldId id="320" r:id="rId9"/>
    <p:sldId id="321" r:id="rId10"/>
    <p:sldId id="322" r:id="rId11"/>
    <p:sldId id="323" r:id="rId12"/>
    <p:sldId id="324" r:id="rId13"/>
    <p:sldId id="325" r:id="rId14"/>
    <p:sldId id="326" r:id="rId15"/>
    <p:sldId id="327" r:id="rId16"/>
    <p:sldId id="328" r:id="rId17"/>
    <p:sldId id="329" r:id="rId18"/>
    <p:sldId id="330" r:id="rId19"/>
    <p:sldId id="331" r:id="rId20"/>
    <p:sldId id="332" r:id="rId21"/>
    <p:sldId id="341" r:id="rId22"/>
    <p:sldId id="342" r:id="rId23"/>
    <p:sldId id="333" r:id="rId24"/>
    <p:sldId id="336" r:id="rId25"/>
    <p:sldId id="344" r:id="rId26"/>
    <p:sldId id="293" r:id="rId27"/>
    <p:sldId id="294" r:id="rId28"/>
    <p:sldId id="295" r:id="rId29"/>
    <p:sldId id="296" r:id="rId30"/>
    <p:sldId id="297" r:id="rId31"/>
    <p:sldId id="298" r:id="rId32"/>
    <p:sldId id="299" r:id="rId33"/>
    <p:sldId id="300" r:id="rId34"/>
    <p:sldId id="301" r:id="rId35"/>
    <p:sldId id="305" r:id="rId36"/>
    <p:sldId id="302" r:id="rId37"/>
    <p:sldId id="303" r:id="rId38"/>
    <p:sldId id="304" r:id="rId39"/>
    <p:sldId id="306" r:id="rId40"/>
    <p:sldId id="308" r:id="rId41"/>
    <p:sldId id="307" r:id="rId42"/>
    <p:sldId id="309" r:id="rId43"/>
    <p:sldId id="310" r:id="rId44"/>
    <p:sldId id="315" r:id="rId45"/>
    <p:sldId id="311" r:id="rId46"/>
    <p:sldId id="314" r:id="rId47"/>
    <p:sldId id="346" r:id="rId48"/>
    <p:sldId id="347" r:id="rId49"/>
    <p:sldId id="259" r:id="rId50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C8D5AC7-7153-4F9B-86A7-5CD077ED0DF8}" v="2" dt="2026-03-05T16:03:29.26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1392" y="10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microsoft.com/office/2016/11/relationships/changesInfo" Target="changesInfos/changesInfo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microsoft.com/office/2015/10/relationships/revisionInfo" Target="revisionInfo.xml"/><Relationship Id="rId8" Type="http://schemas.openxmlformats.org/officeDocument/2006/relationships/slide" Target="slides/slide6.xml"/><Relationship Id="rId51" Type="http://schemas.openxmlformats.org/officeDocument/2006/relationships/presProps" Target="presProp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張哲誠" userId="5d6e92af-707e-44d9-a48f-9a80309f0b3d" providerId="ADAL" clId="{87957148-FB1E-4665-A019-A686AD00C742}"/>
    <pc:docChg chg="custSel addSld delSld modSld">
      <pc:chgData name="張哲誠" userId="5d6e92af-707e-44d9-a48f-9a80309f0b3d" providerId="ADAL" clId="{87957148-FB1E-4665-A019-A686AD00C742}" dt="2026-03-05T16:07:44.039" v="24" actId="22"/>
      <pc:docMkLst>
        <pc:docMk/>
      </pc:docMkLst>
      <pc:sldChg chg="del">
        <pc:chgData name="張哲誠" userId="5d6e92af-707e-44d9-a48f-9a80309f0b3d" providerId="ADAL" clId="{87957148-FB1E-4665-A019-A686AD00C742}" dt="2026-03-05T15:45:30.032" v="0" actId="47"/>
        <pc:sldMkLst>
          <pc:docMk/>
          <pc:sldMk cId="3087230204" sldId="334"/>
        </pc:sldMkLst>
      </pc:sldChg>
      <pc:sldChg chg="del">
        <pc:chgData name="張哲誠" userId="5d6e92af-707e-44d9-a48f-9a80309f0b3d" providerId="ADAL" clId="{87957148-FB1E-4665-A019-A686AD00C742}" dt="2026-03-05T15:45:31.647" v="1" actId="47"/>
        <pc:sldMkLst>
          <pc:docMk/>
          <pc:sldMk cId="3054138111" sldId="335"/>
        </pc:sldMkLst>
      </pc:sldChg>
      <pc:sldChg chg="del">
        <pc:chgData name="張哲誠" userId="5d6e92af-707e-44d9-a48f-9a80309f0b3d" providerId="ADAL" clId="{87957148-FB1E-4665-A019-A686AD00C742}" dt="2026-03-05T15:45:56.837" v="2" actId="47"/>
        <pc:sldMkLst>
          <pc:docMk/>
          <pc:sldMk cId="1598246522" sldId="337"/>
        </pc:sldMkLst>
      </pc:sldChg>
      <pc:sldChg chg="del">
        <pc:chgData name="張哲誠" userId="5d6e92af-707e-44d9-a48f-9a80309f0b3d" providerId="ADAL" clId="{87957148-FB1E-4665-A019-A686AD00C742}" dt="2026-03-05T15:46:01.170" v="3" actId="47"/>
        <pc:sldMkLst>
          <pc:docMk/>
          <pc:sldMk cId="2664653755" sldId="338"/>
        </pc:sldMkLst>
      </pc:sldChg>
      <pc:sldChg chg="del">
        <pc:chgData name="張哲誠" userId="5d6e92af-707e-44d9-a48f-9a80309f0b3d" providerId="ADAL" clId="{87957148-FB1E-4665-A019-A686AD00C742}" dt="2026-03-05T15:46:02.330" v="4" actId="47"/>
        <pc:sldMkLst>
          <pc:docMk/>
          <pc:sldMk cId="532400054" sldId="339"/>
        </pc:sldMkLst>
      </pc:sldChg>
      <pc:sldChg chg="del">
        <pc:chgData name="張哲誠" userId="5d6e92af-707e-44d9-a48f-9a80309f0b3d" providerId="ADAL" clId="{87957148-FB1E-4665-A019-A686AD00C742}" dt="2026-03-05T15:46:04.343" v="5" actId="47"/>
        <pc:sldMkLst>
          <pc:docMk/>
          <pc:sldMk cId="1463961222" sldId="340"/>
        </pc:sldMkLst>
      </pc:sldChg>
      <pc:sldChg chg="add">
        <pc:chgData name="張哲誠" userId="5d6e92af-707e-44d9-a48f-9a80309f0b3d" providerId="ADAL" clId="{87957148-FB1E-4665-A019-A686AD00C742}" dt="2026-03-05T15:46:26.442" v="7"/>
        <pc:sldMkLst>
          <pc:docMk/>
          <pc:sldMk cId="2514720806" sldId="341"/>
        </pc:sldMkLst>
      </pc:sldChg>
      <pc:sldChg chg="del">
        <pc:chgData name="張哲誠" userId="5d6e92af-707e-44d9-a48f-9a80309f0b3d" providerId="ADAL" clId="{87957148-FB1E-4665-A019-A686AD00C742}" dt="2026-03-05T15:46:22" v="6" actId="2696"/>
        <pc:sldMkLst>
          <pc:docMk/>
          <pc:sldMk cId="3452855310" sldId="341"/>
        </pc:sldMkLst>
      </pc:sldChg>
      <pc:sldChg chg="add">
        <pc:chgData name="張哲誠" userId="5d6e92af-707e-44d9-a48f-9a80309f0b3d" providerId="ADAL" clId="{87957148-FB1E-4665-A019-A686AD00C742}" dt="2026-03-05T15:46:26.442" v="7"/>
        <pc:sldMkLst>
          <pc:docMk/>
          <pc:sldMk cId="946095383" sldId="342"/>
        </pc:sldMkLst>
      </pc:sldChg>
      <pc:sldChg chg="del">
        <pc:chgData name="張哲誠" userId="5d6e92af-707e-44d9-a48f-9a80309f0b3d" providerId="ADAL" clId="{87957148-FB1E-4665-A019-A686AD00C742}" dt="2026-03-05T15:46:22" v="6" actId="2696"/>
        <pc:sldMkLst>
          <pc:docMk/>
          <pc:sldMk cId="1507878078" sldId="342"/>
        </pc:sldMkLst>
      </pc:sldChg>
      <pc:sldChg chg="addSp delSp modSp new mod">
        <pc:chgData name="張哲誠" userId="5d6e92af-707e-44d9-a48f-9a80309f0b3d" providerId="ADAL" clId="{87957148-FB1E-4665-A019-A686AD00C742}" dt="2026-03-05T16:07:01.703" v="20" actId="22"/>
        <pc:sldMkLst>
          <pc:docMk/>
          <pc:sldMk cId="3672403979" sldId="346"/>
        </pc:sldMkLst>
        <pc:picChg chg="add del mod modCrop">
          <ac:chgData name="張哲誠" userId="5d6e92af-707e-44d9-a48f-9a80309f0b3d" providerId="ADAL" clId="{87957148-FB1E-4665-A019-A686AD00C742}" dt="2026-03-05T16:04:22.604" v="19" actId="478"/>
          <ac:picMkLst>
            <pc:docMk/>
            <pc:sldMk cId="3672403979" sldId="346"/>
            <ac:picMk id="4" creationId="{4430E517-F517-5769-DF12-A353D7D588AD}"/>
          </ac:picMkLst>
        </pc:picChg>
        <pc:picChg chg="add">
          <ac:chgData name="張哲誠" userId="5d6e92af-707e-44d9-a48f-9a80309f0b3d" providerId="ADAL" clId="{87957148-FB1E-4665-A019-A686AD00C742}" dt="2026-03-05T16:07:01.703" v="20" actId="22"/>
          <ac:picMkLst>
            <pc:docMk/>
            <pc:sldMk cId="3672403979" sldId="346"/>
            <ac:picMk id="6" creationId="{0C6FD2D7-D201-E2F3-7551-330401D66BDC}"/>
          </ac:picMkLst>
        </pc:picChg>
      </pc:sldChg>
      <pc:sldChg chg="addSp delSp new mod">
        <pc:chgData name="張哲誠" userId="5d6e92af-707e-44d9-a48f-9a80309f0b3d" providerId="ADAL" clId="{87957148-FB1E-4665-A019-A686AD00C742}" dt="2026-03-05T16:07:44.039" v="24" actId="22"/>
        <pc:sldMkLst>
          <pc:docMk/>
          <pc:sldMk cId="1311470585" sldId="347"/>
        </pc:sldMkLst>
        <pc:picChg chg="add del">
          <ac:chgData name="張哲誠" userId="5d6e92af-707e-44d9-a48f-9a80309f0b3d" providerId="ADAL" clId="{87957148-FB1E-4665-A019-A686AD00C742}" dt="2026-03-05T16:07:32.242" v="23" actId="478"/>
          <ac:picMkLst>
            <pc:docMk/>
            <pc:sldMk cId="1311470585" sldId="347"/>
            <ac:picMk id="5" creationId="{37DB1E40-489A-26E1-ACE6-8B7912271859}"/>
          </ac:picMkLst>
        </pc:picChg>
        <pc:picChg chg="add">
          <ac:chgData name="張哲誠" userId="5d6e92af-707e-44d9-a48f-9a80309f0b3d" providerId="ADAL" clId="{87957148-FB1E-4665-A019-A686AD00C742}" dt="2026-03-05T16:07:44.039" v="24" actId="22"/>
          <ac:picMkLst>
            <pc:docMk/>
            <pc:sldMk cId="1311470585" sldId="347"/>
            <ac:picMk id="7" creationId="{742B8C40-E766-32C6-C32D-A4188CD3A4B4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TW" altLang="en-US"/>
            </a:p>
          </p:txBody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TW" altLang="en-US"/>
            </a:p>
          </p:txBody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TW" altLang="en-US"/>
            </a:p>
          </p:txBody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TW" altLang="en-US"/>
            </a:p>
          </p:txBody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TW" altLang="en-US"/>
            </a:p>
          </p:txBody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TW" altLang="en-US"/>
            </a:p>
          </p:txBody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TW" altLang="en-US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TW" alt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A501A-E6BD-46D2-BD25-59A76987027A}" type="datetimeFigureOut">
              <a:rPr lang="zh-TW" altLang="en-US" smtClean="0"/>
              <a:t>2026/3/5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57E17-8F56-4A3B-902A-CD16B509030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726044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A501A-E6BD-46D2-BD25-59A76987027A}" type="datetimeFigureOut">
              <a:rPr lang="zh-TW" altLang="en-US" smtClean="0"/>
              <a:t>2026/3/5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57E17-8F56-4A3B-902A-CD16B509030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607436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A501A-E6BD-46D2-BD25-59A76987027A}" type="datetimeFigureOut">
              <a:rPr lang="zh-TW" altLang="en-US" smtClean="0"/>
              <a:t>2026/3/5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57E17-8F56-4A3B-902A-CD16B509030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235688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A501A-E6BD-46D2-BD25-59A76987027A}" type="datetimeFigureOut">
              <a:rPr lang="zh-TW" altLang="en-US" smtClean="0"/>
              <a:t>2026/3/5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57E17-8F56-4A3B-902A-CD16B509030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4482870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A501A-E6BD-46D2-BD25-59A76987027A}" type="datetimeFigureOut">
              <a:rPr lang="zh-TW" altLang="en-US" smtClean="0"/>
              <a:t>2026/3/5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57E17-8F56-4A3B-902A-CD16B509030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670342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A501A-E6BD-46D2-BD25-59A76987027A}" type="datetimeFigureOut">
              <a:rPr lang="zh-TW" altLang="en-US" smtClean="0"/>
              <a:t>2026/3/5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57E17-8F56-4A3B-902A-CD16B509030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198704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A501A-E6BD-46D2-BD25-59A76987027A}" type="datetimeFigureOut">
              <a:rPr lang="zh-TW" altLang="en-US" smtClean="0"/>
              <a:t>2026/3/5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57E17-8F56-4A3B-902A-CD16B509030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142976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A501A-E6BD-46D2-BD25-59A76987027A}" type="datetimeFigureOut">
              <a:rPr lang="zh-TW" altLang="en-US" smtClean="0"/>
              <a:t>2026/3/5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57E17-8F56-4A3B-902A-CD16B509030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4521523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57E17-8F56-4A3B-902A-CD16B5090302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A501A-E6BD-46D2-BD25-59A76987027A}" type="datetimeFigureOut">
              <a:rPr lang="zh-TW" altLang="en-US" smtClean="0"/>
              <a:t>2026/3/5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019305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與說明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A501A-E6BD-46D2-BD25-59A76987027A}" type="datetimeFigureOut">
              <a:rPr lang="zh-TW" altLang="en-US" smtClean="0"/>
              <a:t>2026/3/5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57E17-8F56-4A3B-902A-CD16B509030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682618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 (含標題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A501A-E6BD-46D2-BD25-59A76987027A}" type="datetimeFigureOut">
              <a:rPr lang="zh-TW" altLang="en-US" smtClean="0"/>
              <a:t>2026/3/5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57E17-8F56-4A3B-902A-CD16B5090302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335198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A501A-E6BD-46D2-BD25-59A76987027A}" type="datetimeFigureOut">
              <a:rPr lang="zh-TW" altLang="en-US" smtClean="0"/>
              <a:t>2026/3/5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57E17-8F56-4A3B-902A-CD16B509030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142502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A501A-E6BD-46D2-BD25-59A76987027A}" type="datetimeFigureOut">
              <a:rPr lang="zh-TW" altLang="en-US" smtClean="0"/>
              <a:t>2026/3/5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57E17-8F56-4A3B-902A-CD16B5090302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196228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是非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A501A-E6BD-46D2-BD25-59A76987027A}" type="datetimeFigureOut">
              <a:rPr lang="zh-TW" altLang="en-US" smtClean="0"/>
              <a:t>2026/3/5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57E17-8F56-4A3B-902A-CD16B509030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4227927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A501A-E6BD-46D2-BD25-59A76987027A}" type="datetimeFigureOut">
              <a:rPr lang="zh-TW" altLang="en-US" smtClean="0"/>
              <a:t>2026/3/5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57E17-8F56-4A3B-902A-CD16B509030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421489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A501A-E6BD-46D2-BD25-59A76987027A}" type="datetimeFigureOut">
              <a:rPr lang="zh-TW" altLang="en-US" smtClean="0"/>
              <a:t>2026/3/5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57E17-8F56-4A3B-902A-CD16B509030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927678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3872059-2B87-4DC7-8B67-4E1111268401}" type="datetimeFigureOut">
              <a:rPr kumimoji="0" lang="zh-TW" altLang="en-US" sz="105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tint val="75000"/>
                  </a:prstClr>
                </a:solidFill>
                <a:effectLst/>
                <a:uLnTx/>
                <a:uFillTx/>
                <a:latin typeface="Tw Cen MT" panose="020B0602020104020603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2026/3/5</a:t>
            </a:fld>
            <a:endParaRPr kumimoji="0" lang="zh-TW" altLang="en-US" sz="105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75000"/>
                </a:prstClr>
              </a:solidFill>
              <a:effectLst/>
              <a:uLnTx/>
              <a:uFillTx/>
              <a:latin typeface="Tw Cen MT" panose="020B0602020104020603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50" b="0" i="0" u="none" strike="noStrike" kern="1200" cap="all" spc="0" normalizeH="0" baseline="0" noProof="0">
              <a:ln>
                <a:noFill/>
              </a:ln>
              <a:solidFill>
                <a:prstClr val="white">
                  <a:tint val="75000"/>
                </a:prstClr>
              </a:solidFill>
              <a:effectLst/>
              <a:uLnTx/>
              <a:uFillTx/>
              <a:latin typeface="Tw Cen MT" panose="020B0602020104020603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A1BCB-C2DF-4C22-BAA8-F276E632711F}" type="slidenum">
              <a:rPr kumimoji="0" lang="zh-TW" altLang="en-US" sz="105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tint val="75000"/>
                  </a:prstClr>
                </a:solidFill>
                <a:effectLst/>
                <a:uLnTx/>
                <a:uFillTx/>
                <a:latin typeface="Tw Cen MT" panose="020B0602020104020603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TW" altLang="en-US" sz="105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75000"/>
                </a:prstClr>
              </a:solidFill>
              <a:effectLst/>
              <a:uLnTx/>
              <a:uFillTx/>
              <a:latin typeface="Tw Cen MT" panose="020B0602020104020603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2042862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3872059-2B87-4DC7-8B67-4E1111268401}" type="datetimeFigureOut">
              <a:rPr kumimoji="0" lang="zh-TW" altLang="en-US" sz="105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tint val="75000"/>
                  </a:prstClr>
                </a:solidFill>
                <a:effectLst/>
                <a:uLnTx/>
                <a:uFillTx/>
                <a:latin typeface="Tw Cen MT" panose="020B0602020104020603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2026/3/5</a:t>
            </a:fld>
            <a:endParaRPr kumimoji="0" lang="zh-TW" altLang="en-US" sz="105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75000"/>
                </a:prstClr>
              </a:solidFill>
              <a:effectLst/>
              <a:uLnTx/>
              <a:uFillTx/>
              <a:latin typeface="Tw Cen MT" panose="020B0602020104020603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50" b="0" i="0" u="none" strike="noStrike" kern="1200" cap="all" spc="0" normalizeH="0" baseline="0" noProof="0">
              <a:ln>
                <a:noFill/>
              </a:ln>
              <a:solidFill>
                <a:prstClr val="white">
                  <a:tint val="75000"/>
                </a:prstClr>
              </a:solidFill>
              <a:effectLst/>
              <a:uLnTx/>
              <a:uFillTx/>
              <a:latin typeface="Tw Cen MT" panose="020B0602020104020603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A1BCB-C2DF-4C22-BAA8-F276E632711F}" type="slidenum">
              <a:rPr kumimoji="0" lang="zh-TW" altLang="en-US" sz="105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tint val="75000"/>
                  </a:prstClr>
                </a:solidFill>
                <a:effectLst/>
                <a:uLnTx/>
                <a:uFillTx/>
                <a:latin typeface="Tw Cen MT" panose="020B0602020104020603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TW" altLang="en-US" sz="105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75000"/>
                </a:prstClr>
              </a:solidFill>
              <a:effectLst/>
              <a:uLnTx/>
              <a:uFillTx/>
              <a:latin typeface="Tw Cen MT" panose="020B0602020104020603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2373607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3872059-2B87-4DC7-8B67-4E1111268401}" type="datetimeFigureOut">
              <a:rPr kumimoji="0" lang="zh-TW" altLang="en-US" sz="105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tint val="75000"/>
                  </a:prstClr>
                </a:solidFill>
                <a:effectLst/>
                <a:uLnTx/>
                <a:uFillTx/>
                <a:latin typeface="Tw Cen MT" panose="020B0602020104020603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2026/3/5</a:t>
            </a:fld>
            <a:endParaRPr kumimoji="0" lang="zh-TW" altLang="en-US" sz="105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75000"/>
                </a:prstClr>
              </a:solidFill>
              <a:effectLst/>
              <a:uLnTx/>
              <a:uFillTx/>
              <a:latin typeface="Tw Cen MT" panose="020B0602020104020603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50" b="0" i="0" u="none" strike="noStrike" kern="1200" cap="all" spc="0" normalizeH="0" baseline="0" noProof="0">
              <a:ln>
                <a:noFill/>
              </a:ln>
              <a:solidFill>
                <a:prstClr val="white">
                  <a:tint val="75000"/>
                </a:prstClr>
              </a:solidFill>
              <a:effectLst/>
              <a:uLnTx/>
              <a:uFillTx/>
              <a:latin typeface="Tw Cen MT" panose="020B0602020104020603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A1BCB-C2DF-4C22-BAA8-F276E632711F}" type="slidenum">
              <a:rPr kumimoji="0" lang="zh-TW" altLang="en-US" sz="105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tint val="75000"/>
                  </a:prstClr>
                </a:solidFill>
                <a:effectLst/>
                <a:uLnTx/>
                <a:uFillTx/>
                <a:latin typeface="Tw Cen MT" panose="020B0602020104020603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TW" altLang="en-US" sz="105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75000"/>
                </a:prstClr>
              </a:solidFill>
              <a:effectLst/>
              <a:uLnTx/>
              <a:uFillTx/>
              <a:latin typeface="Tw Cen MT" panose="020B0602020104020603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2647274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3872059-2B87-4DC7-8B67-4E1111268401}" type="datetimeFigureOut">
              <a:rPr kumimoji="0" lang="zh-TW" altLang="en-US" sz="105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tint val="75000"/>
                  </a:prstClr>
                </a:solidFill>
                <a:effectLst/>
                <a:uLnTx/>
                <a:uFillTx/>
                <a:latin typeface="Tw Cen MT" panose="020B0602020104020603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2026/3/5</a:t>
            </a:fld>
            <a:endParaRPr kumimoji="0" lang="zh-TW" altLang="en-US" sz="105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75000"/>
                </a:prstClr>
              </a:solidFill>
              <a:effectLst/>
              <a:uLnTx/>
              <a:uFillTx/>
              <a:latin typeface="Tw Cen MT" panose="020B0602020104020603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50" b="0" i="0" u="none" strike="noStrike" kern="1200" cap="all" spc="0" normalizeH="0" baseline="0" noProof="0">
              <a:ln>
                <a:noFill/>
              </a:ln>
              <a:solidFill>
                <a:prstClr val="white">
                  <a:tint val="75000"/>
                </a:prstClr>
              </a:solidFill>
              <a:effectLst/>
              <a:uLnTx/>
              <a:uFillTx/>
              <a:latin typeface="Tw Cen MT" panose="020B0602020104020603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A1BCB-C2DF-4C22-BAA8-F276E632711F}" type="slidenum">
              <a:rPr kumimoji="0" lang="zh-TW" altLang="en-US" sz="105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tint val="75000"/>
                  </a:prstClr>
                </a:solidFill>
                <a:effectLst/>
                <a:uLnTx/>
                <a:uFillTx/>
                <a:latin typeface="Tw Cen MT" panose="020B0602020104020603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TW" altLang="en-US" sz="105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75000"/>
                </a:prstClr>
              </a:solidFill>
              <a:effectLst/>
              <a:uLnTx/>
              <a:uFillTx/>
              <a:latin typeface="Tw Cen MT" panose="020B0602020104020603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2977073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3872059-2B87-4DC7-8B67-4E1111268401}" type="datetimeFigureOut">
              <a:rPr kumimoji="0" lang="zh-TW" altLang="en-US" sz="105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tint val="75000"/>
                  </a:prstClr>
                </a:solidFill>
                <a:effectLst/>
                <a:uLnTx/>
                <a:uFillTx/>
                <a:latin typeface="Tw Cen MT" panose="020B0602020104020603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2026/3/5</a:t>
            </a:fld>
            <a:endParaRPr kumimoji="0" lang="zh-TW" altLang="en-US" sz="105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75000"/>
                </a:prstClr>
              </a:solidFill>
              <a:effectLst/>
              <a:uLnTx/>
              <a:uFillTx/>
              <a:latin typeface="Tw Cen MT" panose="020B0602020104020603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50" b="0" i="0" u="none" strike="noStrike" kern="1200" cap="all" spc="0" normalizeH="0" baseline="0" noProof="0">
              <a:ln>
                <a:noFill/>
              </a:ln>
              <a:solidFill>
                <a:prstClr val="white">
                  <a:tint val="75000"/>
                </a:prstClr>
              </a:solidFill>
              <a:effectLst/>
              <a:uLnTx/>
              <a:uFillTx/>
              <a:latin typeface="Tw Cen MT" panose="020B0602020104020603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A1BCB-C2DF-4C22-BAA8-F276E632711F}" type="slidenum">
              <a:rPr kumimoji="0" lang="zh-TW" altLang="en-US" sz="105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tint val="75000"/>
                  </a:prstClr>
                </a:solidFill>
                <a:effectLst/>
                <a:uLnTx/>
                <a:uFillTx/>
                <a:latin typeface="Tw Cen MT" panose="020B0602020104020603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TW" altLang="en-US" sz="105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75000"/>
                </a:prstClr>
              </a:solidFill>
              <a:effectLst/>
              <a:uLnTx/>
              <a:uFillTx/>
              <a:latin typeface="Tw Cen MT" panose="020B0602020104020603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2741012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3872059-2B87-4DC7-8B67-4E1111268401}" type="datetimeFigureOut">
              <a:rPr kumimoji="0" lang="zh-TW" altLang="en-US" sz="105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tint val="75000"/>
                  </a:prstClr>
                </a:solidFill>
                <a:effectLst/>
                <a:uLnTx/>
                <a:uFillTx/>
                <a:latin typeface="Tw Cen MT" panose="020B0602020104020603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2026/3/5</a:t>
            </a:fld>
            <a:endParaRPr kumimoji="0" lang="zh-TW" altLang="en-US" sz="105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75000"/>
                </a:prstClr>
              </a:solidFill>
              <a:effectLst/>
              <a:uLnTx/>
              <a:uFillTx/>
              <a:latin typeface="Tw Cen MT" panose="020B0602020104020603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50" b="0" i="0" u="none" strike="noStrike" kern="1200" cap="all" spc="0" normalizeH="0" baseline="0" noProof="0">
              <a:ln>
                <a:noFill/>
              </a:ln>
              <a:solidFill>
                <a:prstClr val="white">
                  <a:tint val="75000"/>
                </a:prstClr>
              </a:solidFill>
              <a:effectLst/>
              <a:uLnTx/>
              <a:uFillTx/>
              <a:latin typeface="Tw Cen MT" panose="020B0602020104020603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A1BCB-C2DF-4C22-BAA8-F276E632711F}" type="slidenum">
              <a:rPr kumimoji="0" lang="zh-TW" altLang="en-US" sz="105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tint val="75000"/>
                  </a:prstClr>
                </a:solidFill>
                <a:effectLst/>
                <a:uLnTx/>
                <a:uFillTx/>
                <a:latin typeface="Tw Cen MT" panose="020B0602020104020603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TW" altLang="en-US" sz="105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75000"/>
                </a:prstClr>
              </a:solidFill>
              <a:effectLst/>
              <a:uLnTx/>
              <a:uFillTx/>
              <a:latin typeface="Tw Cen MT" panose="020B0602020104020603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9163674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3872059-2B87-4DC7-8B67-4E1111268401}" type="datetimeFigureOut">
              <a:rPr kumimoji="0" lang="zh-TW" altLang="en-US" sz="105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tint val="75000"/>
                  </a:prstClr>
                </a:solidFill>
                <a:effectLst/>
                <a:uLnTx/>
                <a:uFillTx/>
                <a:latin typeface="Tw Cen MT" panose="020B0602020104020603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2026/3/5</a:t>
            </a:fld>
            <a:endParaRPr kumimoji="0" lang="zh-TW" altLang="en-US" sz="105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75000"/>
                </a:prstClr>
              </a:solidFill>
              <a:effectLst/>
              <a:uLnTx/>
              <a:uFillTx/>
              <a:latin typeface="Tw Cen MT" panose="020B0602020104020603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50" b="0" i="0" u="none" strike="noStrike" kern="1200" cap="all" spc="0" normalizeH="0" baseline="0" noProof="0">
              <a:ln>
                <a:noFill/>
              </a:ln>
              <a:solidFill>
                <a:prstClr val="white">
                  <a:tint val="75000"/>
                </a:prstClr>
              </a:solidFill>
              <a:effectLst/>
              <a:uLnTx/>
              <a:uFillTx/>
              <a:latin typeface="Tw Cen MT" panose="020B0602020104020603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A1BCB-C2DF-4C22-BAA8-F276E632711F}" type="slidenum">
              <a:rPr kumimoji="0" lang="zh-TW" altLang="en-US" sz="105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tint val="75000"/>
                  </a:prstClr>
                </a:solidFill>
                <a:effectLst/>
                <a:uLnTx/>
                <a:uFillTx/>
                <a:latin typeface="Tw Cen MT" panose="020B0602020104020603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TW" altLang="en-US" sz="105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75000"/>
                </a:prstClr>
              </a:solidFill>
              <a:effectLst/>
              <a:uLnTx/>
              <a:uFillTx/>
              <a:latin typeface="Tw Cen MT" panose="020B0602020104020603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7559424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3872059-2B87-4DC7-8B67-4E1111268401}" type="datetimeFigureOut">
              <a:rPr kumimoji="0" lang="zh-TW" altLang="en-US" sz="105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tint val="75000"/>
                  </a:prstClr>
                </a:solidFill>
                <a:effectLst/>
                <a:uLnTx/>
                <a:uFillTx/>
                <a:latin typeface="Tw Cen MT" panose="020B0602020104020603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2026/3/5</a:t>
            </a:fld>
            <a:endParaRPr kumimoji="0" lang="zh-TW" altLang="en-US" sz="105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75000"/>
                </a:prstClr>
              </a:solidFill>
              <a:effectLst/>
              <a:uLnTx/>
              <a:uFillTx/>
              <a:latin typeface="Tw Cen MT" panose="020B0602020104020603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50" b="0" i="0" u="none" strike="noStrike" kern="1200" cap="all" spc="0" normalizeH="0" baseline="0" noProof="0">
              <a:ln>
                <a:noFill/>
              </a:ln>
              <a:solidFill>
                <a:prstClr val="white">
                  <a:tint val="75000"/>
                </a:prstClr>
              </a:solidFill>
              <a:effectLst/>
              <a:uLnTx/>
              <a:uFillTx/>
              <a:latin typeface="Tw Cen MT" panose="020B0602020104020603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A1BCB-C2DF-4C22-BAA8-F276E632711F}" type="slidenum">
              <a:rPr kumimoji="0" lang="zh-TW" altLang="en-US" sz="105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tint val="75000"/>
                  </a:prstClr>
                </a:solidFill>
                <a:effectLst/>
                <a:uLnTx/>
                <a:uFillTx/>
                <a:latin typeface="Tw Cen MT" panose="020B0602020104020603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TW" altLang="en-US" sz="105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75000"/>
                </a:prstClr>
              </a:solidFill>
              <a:effectLst/>
              <a:uLnTx/>
              <a:uFillTx/>
              <a:latin typeface="Tw Cen MT" panose="020B0602020104020603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7904890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3872059-2B87-4DC7-8B67-4E1111268401}" type="datetimeFigureOut">
              <a:rPr kumimoji="0" lang="zh-TW" altLang="en-US" sz="105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tint val="75000"/>
                  </a:prstClr>
                </a:solidFill>
                <a:effectLst/>
                <a:uLnTx/>
                <a:uFillTx/>
                <a:latin typeface="Tw Cen MT" panose="020B0602020104020603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2026/3/5</a:t>
            </a:fld>
            <a:endParaRPr kumimoji="0" lang="zh-TW" altLang="en-US" sz="105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75000"/>
                </a:prstClr>
              </a:solidFill>
              <a:effectLst/>
              <a:uLnTx/>
              <a:uFillTx/>
              <a:latin typeface="Tw Cen MT" panose="020B0602020104020603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50" b="0" i="0" u="none" strike="noStrike" kern="1200" cap="all" spc="0" normalizeH="0" baseline="0" noProof="0">
              <a:ln>
                <a:noFill/>
              </a:ln>
              <a:solidFill>
                <a:prstClr val="white">
                  <a:tint val="75000"/>
                </a:prstClr>
              </a:solidFill>
              <a:effectLst/>
              <a:uLnTx/>
              <a:uFillTx/>
              <a:latin typeface="Tw Cen MT" panose="020B0602020104020603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A1BCB-C2DF-4C22-BAA8-F276E632711F}" type="slidenum">
              <a:rPr kumimoji="0" lang="zh-TW" altLang="en-US" sz="105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tint val="75000"/>
                  </a:prstClr>
                </a:solidFill>
                <a:effectLst/>
                <a:uLnTx/>
                <a:uFillTx/>
                <a:latin typeface="Tw Cen MT" panose="020B0602020104020603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TW" altLang="en-US" sz="105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75000"/>
                </a:prstClr>
              </a:solidFill>
              <a:effectLst/>
              <a:uLnTx/>
              <a:uFillTx/>
              <a:latin typeface="Tw Cen MT" panose="020B0602020104020603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8881896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全景圖片 (含標題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3872059-2B87-4DC7-8B67-4E1111268401}" type="datetimeFigureOut">
              <a:rPr kumimoji="0" lang="zh-TW" altLang="en-US" sz="105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tint val="75000"/>
                  </a:prstClr>
                </a:solidFill>
                <a:effectLst/>
                <a:uLnTx/>
                <a:uFillTx/>
                <a:latin typeface="Tw Cen MT" panose="020B0602020104020603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2026/3/5</a:t>
            </a:fld>
            <a:endParaRPr kumimoji="0" lang="zh-TW" altLang="en-US" sz="105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75000"/>
                </a:prstClr>
              </a:solidFill>
              <a:effectLst/>
              <a:uLnTx/>
              <a:uFillTx/>
              <a:latin typeface="Tw Cen MT" panose="020B0602020104020603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50" b="0" i="0" u="none" strike="noStrike" kern="1200" cap="all" spc="0" normalizeH="0" baseline="0" noProof="0">
              <a:ln>
                <a:noFill/>
              </a:ln>
              <a:solidFill>
                <a:prstClr val="white">
                  <a:tint val="75000"/>
                </a:prstClr>
              </a:solidFill>
              <a:effectLst/>
              <a:uLnTx/>
              <a:uFillTx/>
              <a:latin typeface="Tw Cen MT" panose="020B0602020104020603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A1BCB-C2DF-4C22-BAA8-F276E632711F}" type="slidenum">
              <a:rPr kumimoji="0" lang="zh-TW" altLang="en-US" sz="105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tint val="75000"/>
                  </a:prstClr>
                </a:solidFill>
                <a:effectLst/>
                <a:uLnTx/>
                <a:uFillTx/>
                <a:latin typeface="Tw Cen MT" panose="020B0602020104020603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TW" altLang="en-US" sz="105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75000"/>
                </a:prstClr>
              </a:solidFill>
              <a:effectLst/>
              <a:uLnTx/>
              <a:uFillTx/>
              <a:latin typeface="Tw Cen MT" panose="020B0602020104020603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7339933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與說明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3872059-2B87-4DC7-8B67-4E1111268401}" type="datetimeFigureOut">
              <a:rPr kumimoji="0" lang="zh-TW" altLang="en-US" sz="105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tint val="75000"/>
                  </a:prstClr>
                </a:solidFill>
                <a:effectLst/>
                <a:uLnTx/>
                <a:uFillTx/>
                <a:latin typeface="Tw Cen MT" panose="020B0602020104020603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2026/3/5</a:t>
            </a:fld>
            <a:endParaRPr kumimoji="0" lang="zh-TW" altLang="en-US" sz="105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75000"/>
                </a:prstClr>
              </a:solidFill>
              <a:effectLst/>
              <a:uLnTx/>
              <a:uFillTx/>
              <a:latin typeface="Tw Cen MT" panose="020B0602020104020603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50" b="0" i="0" u="none" strike="noStrike" kern="1200" cap="all" spc="0" normalizeH="0" baseline="0" noProof="0">
              <a:ln>
                <a:noFill/>
              </a:ln>
              <a:solidFill>
                <a:prstClr val="white">
                  <a:tint val="75000"/>
                </a:prstClr>
              </a:solidFill>
              <a:effectLst/>
              <a:uLnTx/>
              <a:uFillTx/>
              <a:latin typeface="Tw Cen MT" panose="020B0602020104020603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A1BCB-C2DF-4C22-BAA8-F276E632711F}" type="slidenum">
              <a:rPr kumimoji="0" lang="zh-TW" altLang="en-US" sz="105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tint val="75000"/>
                  </a:prstClr>
                </a:solidFill>
                <a:effectLst/>
                <a:uLnTx/>
                <a:uFillTx/>
                <a:latin typeface="Tw Cen MT" panose="020B0602020104020603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TW" altLang="en-US" sz="105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75000"/>
                </a:prstClr>
              </a:solidFill>
              <a:effectLst/>
              <a:uLnTx/>
              <a:uFillTx/>
              <a:latin typeface="Tw Cen MT" panose="020B0602020104020603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5420592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 (含標題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3872059-2B87-4DC7-8B67-4E1111268401}" type="datetimeFigureOut">
              <a:rPr kumimoji="0" lang="zh-TW" altLang="en-US" sz="105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tint val="75000"/>
                  </a:prstClr>
                </a:solidFill>
                <a:effectLst/>
                <a:uLnTx/>
                <a:uFillTx/>
                <a:latin typeface="Tw Cen MT" panose="020B0602020104020603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2026/3/5</a:t>
            </a:fld>
            <a:endParaRPr kumimoji="0" lang="zh-TW" altLang="en-US" sz="105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75000"/>
                </a:prstClr>
              </a:solidFill>
              <a:effectLst/>
              <a:uLnTx/>
              <a:uFillTx/>
              <a:latin typeface="Tw Cen MT" panose="020B0602020104020603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50" b="0" i="0" u="none" strike="noStrike" kern="1200" cap="all" spc="0" normalizeH="0" baseline="0" noProof="0">
              <a:ln>
                <a:noFill/>
              </a:ln>
              <a:solidFill>
                <a:prstClr val="white">
                  <a:tint val="75000"/>
                </a:prstClr>
              </a:solidFill>
              <a:effectLst/>
              <a:uLnTx/>
              <a:uFillTx/>
              <a:latin typeface="Tw Cen MT" panose="020B0602020104020603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A1BCB-C2DF-4C22-BAA8-F276E632711F}" type="slidenum">
              <a:rPr kumimoji="0" lang="zh-TW" altLang="en-US" sz="105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tint val="75000"/>
                  </a:prstClr>
                </a:solidFill>
                <a:effectLst/>
                <a:uLnTx/>
                <a:uFillTx/>
                <a:latin typeface="Tw Cen MT" panose="020B0602020104020603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TW" altLang="en-US" sz="105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75000"/>
                </a:prstClr>
              </a:solidFill>
              <a:effectLst/>
              <a:uLnTx/>
              <a:uFillTx/>
              <a:latin typeface="Tw Cen MT" panose="020B0602020104020603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0" i="0" u="none" strike="noStrike" kern="1200" cap="all" spc="0" normalizeH="0" baseline="0" noProof="0" dirty="0">
                <a:ln w="3175" cmpd="sng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/>
                <a:ea typeface="+mj-ea"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0" i="0" u="none" strike="noStrike" kern="1200" cap="all" spc="0" normalizeH="0" baseline="0" noProof="0" dirty="0">
                <a:ln w="3175" cmpd="sng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/>
                <a:ea typeface="+mj-ea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0772690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3872059-2B87-4DC7-8B67-4E1111268401}" type="datetimeFigureOut">
              <a:rPr kumimoji="0" lang="zh-TW" altLang="en-US" sz="105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tint val="75000"/>
                  </a:prstClr>
                </a:solidFill>
                <a:effectLst/>
                <a:uLnTx/>
                <a:uFillTx/>
                <a:latin typeface="Tw Cen MT" panose="020B0602020104020603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2026/3/5</a:t>
            </a:fld>
            <a:endParaRPr kumimoji="0" lang="zh-TW" altLang="en-US" sz="105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75000"/>
                </a:prstClr>
              </a:solidFill>
              <a:effectLst/>
              <a:uLnTx/>
              <a:uFillTx/>
              <a:latin typeface="Tw Cen MT" panose="020B0602020104020603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50" b="0" i="0" u="none" strike="noStrike" kern="1200" cap="all" spc="0" normalizeH="0" baseline="0" noProof="0">
              <a:ln>
                <a:noFill/>
              </a:ln>
              <a:solidFill>
                <a:prstClr val="white">
                  <a:tint val="75000"/>
                </a:prstClr>
              </a:solidFill>
              <a:effectLst/>
              <a:uLnTx/>
              <a:uFillTx/>
              <a:latin typeface="Tw Cen MT" panose="020B0602020104020603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A1BCB-C2DF-4C22-BAA8-F276E632711F}" type="slidenum">
              <a:rPr kumimoji="0" lang="zh-TW" altLang="en-US" sz="105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tint val="75000"/>
                  </a:prstClr>
                </a:solidFill>
                <a:effectLst/>
                <a:uLnTx/>
                <a:uFillTx/>
                <a:latin typeface="Tw Cen MT" panose="020B0602020104020603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TW" altLang="en-US" sz="105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75000"/>
                </a:prstClr>
              </a:solidFill>
              <a:effectLst/>
              <a:uLnTx/>
              <a:uFillTx/>
              <a:latin typeface="Tw Cen MT" panose="020B0602020104020603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7684415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3872059-2B87-4DC7-8B67-4E1111268401}" type="datetimeFigureOut">
              <a:rPr kumimoji="0" lang="zh-TW" altLang="en-US" sz="105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tint val="75000"/>
                  </a:prstClr>
                </a:solidFill>
                <a:effectLst/>
                <a:uLnTx/>
                <a:uFillTx/>
                <a:latin typeface="Tw Cen MT" panose="020B0602020104020603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2026/3/5</a:t>
            </a:fld>
            <a:endParaRPr kumimoji="0" lang="zh-TW" altLang="en-US" sz="105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75000"/>
                </a:prstClr>
              </a:solidFill>
              <a:effectLst/>
              <a:uLnTx/>
              <a:uFillTx/>
              <a:latin typeface="Tw Cen MT" panose="020B0602020104020603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50" b="0" i="0" u="none" strike="noStrike" kern="1200" cap="all" spc="0" normalizeH="0" baseline="0" noProof="0">
              <a:ln>
                <a:noFill/>
              </a:ln>
              <a:solidFill>
                <a:prstClr val="white">
                  <a:tint val="75000"/>
                </a:prstClr>
              </a:solidFill>
              <a:effectLst/>
              <a:uLnTx/>
              <a:uFillTx/>
              <a:latin typeface="Tw Cen MT" panose="020B0602020104020603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A1BCB-C2DF-4C22-BAA8-F276E632711F}" type="slidenum">
              <a:rPr kumimoji="0" lang="zh-TW" altLang="en-US" sz="105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tint val="75000"/>
                  </a:prstClr>
                </a:solidFill>
                <a:effectLst/>
                <a:uLnTx/>
                <a:uFillTx/>
                <a:latin typeface="Tw Cen MT" panose="020B0602020104020603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TW" altLang="en-US" sz="105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75000"/>
                </a:prstClr>
              </a:solidFill>
              <a:effectLst/>
              <a:uLnTx/>
              <a:uFillTx/>
              <a:latin typeface="Tw Cen MT" panose="020B0602020104020603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9924000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圖片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3872059-2B87-4DC7-8B67-4E1111268401}" type="datetimeFigureOut">
              <a:rPr kumimoji="0" lang="zh-TW" altLang="en-US" sz="105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tint val="75000"/>
                  </a:prstClr>
                </a:solidFill>
                <a:effectLst/>
                <a:uLnTx/>
                <a:uFillTx/>
                <a:latin typeface="Tw Cen MT" panose="020B0602020104020603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2026/3/5</a:t>
            </a:fld>
            <a:endParaRPr kumimoji="0" lang="zh-TW" altLang="en-US" sz="105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75000"/>
                </a:prstClr>
              </a:solidFill>
              <a:effectLst/>
              <a:uLnTx/>
              <a:uFillTx/>
              <a:latin typeface="Tw Cen MT" panose="020B0602020104020603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50" b="0" i="0" u="none" strike="noStrike" kern="1200" cap="all" spc="0" normalizeH="0" baseline="0" noProof="0">
              <a:ln>
                <a:noFill/>
              </a:ln>
              <a:solidFill>
                <a:prstClr val="white">
                  <a:tint val="75000"/>
                </a:prstClr>
              </a:solidFill>
              <a:effectLst/>
              <a:uLnTx/>
              <a:uFillTx/>
              <a:latin typeface="Tw Cen MT" panose="020B0602020104020603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A1BCB-C2DF-4C22-BAA8-F276E632711F}" type="slidenum">
              <a:rPr kumimoji="0" lang="zh-TW" altLang="en-US" sz="105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tint val="75000"/>
                  </a:prstClr>
                </a:solidFill>
                <a:effectLst/>
                <a:uLnTx/>
                <a:uFillTx/>
                <a:latin typeface="Tw Cen MT" panose="020B0602020104020603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TW" altLang="en-US" sz="105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75000"/>
                </a:prstClr>
              </a:solidFill>
              <a:effectLst/>
              <a:uLnTx/>
              <a:uFillTx/>
              <a:latin typeface="Tw Cen MT" panose="020B0602020104020603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3085621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3872059-2B87-4DC7-8B67-4E1111268401}" type="datetimeFigureOut">
              <a:rPr kumimoji="0" lang="zh-TW" altLang="en-US" sz="105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tint val="75000"/>
                  </a:prstClr>
                </a:solidFill>
                <a:effectLst/>
                <a:uLnTx/>
                <a:uFillTx/>
                <a:latin typeface="Tw Cen MT" panose="020B0602020104020603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2026/3/5</a:t>
            </a:fld>
            <a:endParaRPr kumimoji="0" lang="zh-TW" altLang="en-US" sz="105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75000"/>
                </a:prstClr>
              </a:solidFill>
              <a:effectLst/>
              <a:uLnTx/>
              <a:uFillTx/>
              <a:latin typeface="Tw Cen MT" panose="020B0602020104020603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50" b="0" i="0" u="none" strike="noStrike" kern="1200" cap="all" spc="0" normalizeH="0" baseline="0" noProof="0">
              <a:ln>
                <a:noFill/>
              </a:ln>
              <a:solidFill>
                <a:prstClr val="white">
                  <a:tint val="75000"/>
                </a:prstClr>
              </a:solidFill>
              <a:effectLst/>
              <a:uLnTx/>
              <a:uFillTx/>
              <a:latin typeface="Tw Cen MT" panose="020B0602020104020603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A1BCB-C2DF-4C22-BAA8-F276E632711F}" type="slidenum">
              <a:rPr kumimoji="0" lang="zh-TW" altLang="en-US" sz="105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tint val="75000"/>
                  </a:prstClr>
                </a:solidFill>
                <a:effectLst/>
                <a:uLnTx/>
                <a:uFillTx/>
                <a:latin typeface="Tw Cen MT" panose="020B0602020104020603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TW" altLang="en-US" sz="105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75000"/>
                </a:prstClr>
              </a:solidFill>
              <a:effectLst/>
              <a:uLnTx/>
              <a:uFillTx/>
              <a:latin typeface="Tw Cen MT" panose="020B0602020104020603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274263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3872059-2B87-4DC7-8B67-4E1111268401}" type="datetimeFigureOut">
              <a:rPr kumimoji="0" lang="zh-TW" altLang="en-US" sz="105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tint val="75000"/>
                  </a:prstClr>
                </a:solidFill>
                <a:effectLst/>
                <a:uLnTx/>
                <a:uFillTx/>
                <a:latin typeface="Tw Cen MT" panose="020B0602020104020603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2026/3/5</a:t>
            </a:fld>
            <a:endParaRPr kumimoji="0" lang="zh-TW" altLang="en-US" sz="105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75000"/>
                </a:prstClr>
              </a:solidFill>
              <a:effectLst/>
              <a:uLnTx/>
              <a:uFillTx/>
              <a:latin typeface="Tw Cen MT" panose="020B0602020104020603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50" b="0" i="0" u="none" strike="noStrike" kern="1200" cap="all" spc="0" normalizeH="0" baseline="0" noProof="0">
              <a:ln>
                <a:noFill/>
              </a:ln>
              <a:solidFill>
                <a:prstClr val="white">
                  <a:tint val="75000"/>
                </a:prstClr>
              </a:solidFill>
              <a:effectLst/>
              <a:uLnTx/>
              <a:uFillTx/>
              <a:latin typeface="Tw Cen MT" panose="020B0602020104020603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A1BCB-C2DF-4C22-BAA8-F276E632711F}" type="slidenum">
              <a:rPr kumimoji="0" lang="zh-TW" altLang="en-US" sz="105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tint val="75000"/>
                  </a:prstClr>
                </a:solidFill>
                <a:effectLst/>
                <a:uLnTx/>
                <a:uFillTx/>
                <a:latin typeface="Tw Cen MT" panose="020B0602020104020603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TW" altLang="en-US" sz="105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75000"/>
                </a:prstClr>
              </a:solidFill>
              <a:effectLst/>
              <a:uLnTx/>
              <a:uFillTx/>
              <a:latin typeface="Tw Cen MT" panose="020B0602020104020603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033767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29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8.xml"/><Relationship Id="rId17" Type="http://schemas.openxmlformats.org/officeDocument/2006/relationships/slideLayout" Target="../slideLayouts/slideLayout33.xml"/><Relationship Id="rId2" Type="http://schemas.openxmlformats.org/officeDocument/2006/relationships/slideLayout" Target="../slideLayouts/slideLayout18.xml"/><Relationship Id="rId16" Type="http://schemas.openxmlformats.org/officeDocument/2006/relationships/slideLayout" Target="../slideLayouts/slideLayout32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26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TW" altLang="en-US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TW" altLang="en-US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TW" altLang="en-US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TW" altLang="en-US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TW" altLang="en-US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TW" altLang="en-US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TW" altLang="en-US"/>
            </a:p>
          </p:txBody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TW" alt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CA501A-E6BD-46D2-BD25-59A76987027A}" type="datetimeFigureOut">
              <a:rPr lang="zh-TW" altLang="en-US" smtClean="0"/>
              <a:t>2026/3/5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69B57E17-8F56-4A3B-902A-CD16B509030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40697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3" r:id="rId1"/>
    <p:sldLayoutId id="2147483804" r:id="rId2"/>
    <p:sldLayoutId id="2147483805" r:id="rId3"/>
    <p:sldLayoutId id="2147483806" r:id="rId4"/>
    <p:sldLayoutId id="2147483807" r:id="rId5"/>
    <p:sldLayoutId id="2147483808" r:id="rId6"/>
    <p:sldLayoutId id="2147483809" r:id="rId7"/>
    <p:sldLayoutId id="2147483810" r:id="rId8"/>
    <p:sldLayoutId id="2147483811" r:id="rId9"/>
    <p:sldLayoutId id="2147483812" r:id="rId10"/>
    <p:sldLayoutId id="2147483813" r:id="rId11"/>
    <p:sldLayoutId id="2147483814" r:id="rId12"/>
    <p:sldLayoutId id="2147483815" r:id="rId13"/>
    <p:sldLayoutId id="2147483816" r:id="rId14"/>
    <p:sldLayoutId id="2147483817" r:id="rId15"/>
    <p:sldLayoutId id="214748381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3872059-2B87-4DC7-8B67-4E1111268401}" type="datetimeFigureOut">
              <a:rPr kumimoji="0" lang="zh-TW" altLang="en-US" sz="105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tint val="75000"/>
                  </a:prstClr>
                </a:solidFill>
                <a:effectLst/>
                <a:uLnTx/>
                <a:uFillTx/>
                <a:latin typeface="Tw Cen MT" panose="020B0602020104020603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2026/3/5</a:t>
            </a:fld>
            <a:endParaRPr kumimoji="0" lang="zh-TW" altLang="en-US" sz="105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75000"/>
                </a:prstClr>
              </a:solidFill>
              <a:effectLst/>
              <a:uLnTx/>
              <a:uFillTx/>
              <a:latin typeface="Tw Cen MT" panose="020B0602020104020603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50" b="0" i="0" u="none" strike="noStrike" kern="1200" cap="all" spc="0" normalizeH="0" baseline="0" noProof="0">
              <a:ln>
                <a:noFill/>
              </a:ln>
              <a:solidFill>
                <a:prstClr val="white">
                  <a:tint val="75000"/>
                </a:prstClr>
              </a:solidFill>
              <a:effectLst/>
              <a:uLnTx/>
              <a:uFillTx/>
              <a:latin typeface="Tw Cen MT" panose="020B0602020104020603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A1BCB-C2DF-4C22-BAA8-F276E632711F}" type="slidenum">
              <a:rPr kumimoji="0" lang="zh-TW" altLang="en-US" sz="105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tint val="75000"/>
                  </a:prstClr>
                </a:solidFill>
                <a:effectLst/>
                <a:uLnTx/>
                <a:uFillTx/>
                <a:latin typeface="Tw Cen MT" panose="020B0602020104020603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TW" altLang="en-US" sz="105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75000"/>
                </a:prstClr>
              </a:solidFill>
              <a:effectLst/>
              <a:uLnTx/>
              <a:uFillTx/>
              <a:latin typeface="Tw Cen MT" panose="020B0602020104020603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4766184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20" r:id="rId1"/>
    <p:sldLayoutId id="2147483821" r:id="rId2"/>
    <p:sldLayoutId id="2147483822" r:id="rId3"/>
    <p:sldLayoutId id="2147483823" r:id="rId4"/>
    <p:sldLayoutId id="2147483824" r:id="rId5"/>
    <p:sldLayoutId id="2147483825" r:id="rId6"/>
    <p:sldLayoutId id="2147483826" r:id="rId7"/>
    <p:sldLayoutId id="2147483827" r:id="rId8"/>
    <p:sldLayoutId id="2147483828" r:id="rId9"/>
    <p:sldLayoutId id="2147483829" r:id="rId10"/>
    <p:sldLayoutId id="2147483830" r:id="rId11"/>
    <p:sldLayoutId id="2147483831" r:id="rId12"/>
    <p:sldLayoutId id="2147483832" r:id="rId13"/>
    <p:sldLayoutId id="2147483833" r:id="rId14"/>
    <p:sldLayoutId id="2147483834" r:id="rId15"/>
    <p:sldLayoutId id="2147483835" r:id="rId16"/>
    <p:sldLayoutId id="2147483836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colab.research.google.com/" TargetMode="Externa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e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人工智慧導論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030881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登入帳號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b="1" dirty="0">
                <a:solidFill>
                  <a:srgbClr val="FFC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個人</a:t>
            </a:r>
            <a:r>
              <a:rPr lang="en-US" altLang="zh-TW" b="1" dirty="0">
                <a:solidFill>
                  <a:srgbClr val="FFC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google</a:t>
            </a:r>
            <a:r>
              <a:rPr lang="zh-TW" altLang="en-US" b="1" dirty="0">
                <a:solidFill>
                  <a:srgbClr val="FFC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帳號</a:t>
            </a:r>
          </a:p>
          <a:p>
            <a:r>
              <a:rPr lang="zh-TW" altLang="en-US" b="1" dirty="0">
                <a:solidFill>
                  <a:srgbClr val="FFC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學校</a:t>
            </a:r>
            <a:r>
              <a:rPr lang="en-US" altLang="zh-TW" b="1" dirty="0">
                <a:solidFill>
                  <a:srgbClr val="FFC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google</a:t>
            </a:r>
            <a:r>
              <a:rPr lang="zh-TW" altLang="en-US" b="1" dirty="0">
                <a:solidFill>
                  <a:srgbClr val="FFC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帳號</a:t>
            </a:r>
          </a:p>
          <a:p>
            <a:pPr lvl="1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可能要先到學校系統開通</a:t>
            </a:r>
          </a:p>
        </p:txBody>
      </p:sp>
    </p:spTree>
    <p:extLst>
      <p:ext uri="{BB962C8B-B14F-4D97-AF65-F5344CB8AC3E}">
        <p14:creationId xmlns:p14="http://schemas.microsoft.com/office/powerpoint/2010/main" val="1361256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Google </a:t>
            </a:r>
            <a:r>
              <a:rPr lang="en-US" altLang="zh-TW" b="1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Colab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操作說明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b="1" dirty="0">
                <a:solidFill>
                  <a:srgbClr val="FFC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Google </a:t>
            </a:r>
            <a:r>
              <a:rPr lang="en-US" altLang="zh-TW" b="1" dirty="0" err="1">
                <a:solidFill>
                  <a:srgbClr val="FFC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Colab</a:t>
            </a:r>
            <a:endParaRPr lang="zh-TW" altLang="en-US" b="1" dirty="0">
              <a:solidFill>
                <a:srgbClr val="FFC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由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google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所提供的免費雲端開發環境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en-US" altLang="zh-TW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Colaboratory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, or "</a:t>
            </a:r>
            <a:r>
              <a:rPr lang="en-US" altLang="zh-TW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Colab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" for short, allows you to write and execute Python in your browser, with</a:t>
            </a:r>
          </a:p>
          <a:p>
            <a:pPr lvl="2"/>
            <a:r>
              <a:rPr lang="en-US" altLang="zh-TW" b="1" dirty="0">
                <a:solidFill>
                  <a:srgbClr val="FFC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Zero configuration required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（幾乎不需要進行任何的事前環境設置）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2"/>
            <a:r>
              <a:rPr lang="en-US" altLang="zh-TW" b="1" dirty="0">
                <a:solidFill>
                  <a:srgbClr val="FFC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Free access to GPUs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（免費的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GPU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運算資源，更強大的平行處理能力）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2"/>
            <a:r>
              <a:rPr lang="en-US" altLang="zh-TW" b="1" dirty="0">
                <a:solidFill>
                  <a:srgbClr val="FFC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Easy sharing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（可輕鬆地分享或協同合作開發專案）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319617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Google </a:t>
            </a:r>
            <a:r>
              <a:rPr lang="en-US" altLang="zh-TW" b="1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Colab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操作說明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b="1" dirty="0">
                <a:solidFill>
                  <a:srgbClr val="FFC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Google </a:t>
            </a:r>
            <a:r>
              <a:rPr lang="en-US" altLang="zh-TW" b="1" dirty="0" err="1">
                <a:solidFill>
                  <a:srgbClr val="FFC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Colab</a:t>
            </a:r>
            <a:endParaRPr lang="en-US" altLang="zh-TW" b="1" dirty="0">
              <a:solidFill>
                <a:srgbClr val="FFC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google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搜尋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google </a:t>
            </a:r>
            <a:r>
              <a:rPr lang="en-US" altLang="zh-TW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colab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，第一個超連結應該就是我們要的答案了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或者是使用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  <a:hlinkClick r:id="rId2"/>
              </a:rPr>
              <a:t>https://colab.research.google.com/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進行連結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6711" y="3804497"/>
            <a:ext cx="6375400" cy="2733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77974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500" y="936276"/>
            <a:ext cx="11518900" cy="5753444"/>
          </a:xfrm>
          <a:prstGeom prst="rect">
            <a:avLst/>
          </a:prstGeom>
        </p:spPr>
      </p:pic>
      <p:sp>
        <p:nvSpPr>
          <p:cNvPr id="5" name="文字方塊 4"/>
          <p:cNvSpPr txBox="1"/>
          <p:nvPr/>
        </p:nvSpPr>
        <p:spPr>
          <a:xfrm>
            <a:off x="7112000" y="88900"/>
            <a:ext cx="4978400" cy="40011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點擊超連結後，就能看到</a:t>
            </a:r>
            <a:r>
              <a:rPr kumimoji="0" lang="en-US" altLang="zh-TW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colab</a:t>
            </a:r>
            <a:r>
              <a:rPr kumimoji="0" lang="zh-TW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的主畫面了</a:t>
            </a:r>
          </a:p>
        </p:txBody>
      </p:sp>
    </p:spTree>
    <p:extLst>
      <p:ext uri="{BB962C8B-B14F-4D97-AF65-F5344CB8AC3E}">
        <p14:creationId xmlns:p14="http://schemas.microsoft.com/office/powerpoint/2010/main" val="17827120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/>
          <p:cNvSpPr txBox="1"/>
          <p:nvPr/>
        </p:nvSpPr>
        <p:spPr>
          <a:xfrm>
            <a:off x="6400800" y="88900"/>
            <a:ext cx="5689600" cy="707886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接下來要進行開新專案的時候，</a:t>
            </a:r>
            <a:r>
              <a:rPr kumimoji="0" lang="en-US" altLang="zh-TW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colab</a:t>
            </a:r>
            <a:r>
              <a:rPr kumimoji="0" lang="zh-TW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就會要求你登入</a:t>
            </a:r>
            <a:r>
              <a:rPr kumimoji="0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google</a:t>
            </a:r>
            <a:r>
              <a:rPr kumimoji="0" lang="zh-TW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帳號，不然就不能再做任何動作</a:t>
            </a:r>
            <a:r>
              <a:rPr kumimoji="0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…</a:t>
            </a:r>
            <a:endParaRPr kumimoji="0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800" y="1258887"/>
            <a:ext cx="11811000" cy="5000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54105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/>
          <p:cNvSpPr txBox="1"/>
          <p:nvPr/>
        </p:nvSpPr>
        <p:spPr>
          <a:xfrm>
            <a:off x="9601200" y="88900"/>
            <a:ext cx="2489200" cy="40011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所以就乖乖登入吧</a:t>
            </a:r>
            <a:r>
              <a:rPr kumimoji="0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…</a:t>
            </a:r>
            <a:endParaRPr kumimoji="0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7600" y="1186814"/>
            <a:ext cx="4967870" cy="5493385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4597400" y="3149600"/>
            <a:ext cx="1739900" cy="177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 panose="020B0602020104020603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32004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/>
          <p:cNvSpPr txBox="1"/>
          <p:nvPr/>
        </p:nvSpPr>
        <p:spPr>
          <a:xfrm>
            <a:off x="7061201" y="88900"/>
            <a:ext cx="5029200" cy="40011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畫面右上角顯示帳號資訊，即表示登入成功</a:t>
            </a:r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650" y="808879"/>
            <a:ext cx="11696700" cy="5830016"/>
          </a:xfrm>
          <a:prstGeom prst="rect">
            <a:avLst/>
          </a:prstGeom>
        </p:spPr>
      </p:pic>
      <p:sp>
        <p:nvSpPr>
          <p:cNvPr id="6" name="橢圓 5"/>
          <p:cNvSpPr/>
          <p:nvPr/>
        </p:nvSpPr>
        <p:spPr>
          <a:xfrm>
            <a:off x="11546541" y="681318"/>
            <a:ext cx="397809" cy="594472"/>
          </a:xfrm>
          <a:prstGeom prst="ellipse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 panose="020B0602020104020603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280680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/>
          <p:cNvSpPr txBox="1"/>
          <p:nvPr/>
        </p:nvSpPr>
        <p:spPr>
          <a:xfrm>
            <a:off x="7061201" y="88900"/>
            <a:ext cx="5029200" cy="707886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接著來進行一些簡單的設定</a:t>
            </a:r>
            <a:r>
              <a:rPr kumimoji="0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……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單純只是個人習慣，不設定也能正常使用</a:t>
            </a: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175" y="2317810"/>
            <a:ext cx="5962650" cy="2876550"/>
          </a:xfrm>
          <a:prstGeom prst="rect">
            <a:avLst/>
          </a:prstGeom>
        </p:spPr>
      </p:pic>
      <p:sp>
        <p:nvSpPr>
          <p:cNvPr id="7" name="文字方塊 6"/>
          <p:cNvSpPr txBox="1"/>
          <p:nvPr/>
        </p:nvSpPr>
        <p:spPr>
          <a:xfrm>
            <a:off x="723900" y="1689100"/>
            <a:ext cx="5029200" cy="40011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工具列 </a:t>
            </a:r>
            <a:r>
              <a:rPr kumimoji="0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Tools </a:t>
            </a:r>
            <a:r>
              <a:rPr kumimoji="0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  <a:sym typeface="Symbol" panose="05050102010706020507" pitchFamily="18" charset="2"/>
              </a:rPr>
              <a:t> Settings…</a:t>
            </a:r>
            <a:endParaRPr kumimoji="0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7234" y="2317810"/>
            <a:ext cx="5260916" cy="3986212"/>
          </a:xfrm>
          <a:prstGeom prst="rect">
            <a:avLst/>
          </a:prstGeom>
        </p:spPr>
      </p:pic>
      <p:sp>
        <p:nvSpPr>
          <p:cNvPr id="8" name="文字方塊 7"/>
          <p:cNvSpPr txBox="1"/>
          <p:nvPr/>
        </p:nvSpPr>
        <p:spPr>
          <a:xfrm>
            <a:off x="6504017" y="1254522"/>
            <a:ext cx="5467350" cy="1015663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Site </a:t>
            </a:r>
            <a:r>
              <a:rPr kumimoji="0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  <a:sym typeface="Symbol" panose="05050102010706020507" pitchFamily="18" charset="2"/>
              </a:rPr>
              <a:t> Theme  dark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系統佈景顏色就會變成深色系，這樣子在寫程式的時候，就會感覺眼睛比較不會這麼累（</a:t>
            </a:r>
            <a:r>
              <a:rPr kumimoji="0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?</a:t>
            </a:r>
            <a:r>
              <a:rPr kumimoji="0" lang="zh-TW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1111327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字方塊 6"/>
          <p:cNvSpPr txBox="1"/>
          <p:nvPr/>
        </p:nvSpPr>
        <p:spPr>
          <a:xfrm>
            <a:off x="723900" y="1535212"/>
            <a:ext cx="5029200" cy="707886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Editor </a:t>
            </a:r>
            <a:r>
              <a:rPr kumimoji="0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  <a:sym typeface="Symbol" panose="05050102010706020507" pitchFamily="18" charset="2"/>
              </a:rPr>
              <a:t> Show line numbers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編輯器畫面就會產生行號，方便閱讀及說明</a:t>
            </a:r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300" y="2362199"/>
            <a:ext cx="5486400" cy="4151453"/>
          </a:xfrm>
          <a:prstGeom prst="rect">
            <a:avLst/>
          </a:prstGeom>
        </p:spPr>
      </p:pic>
      <p:sp>
        <p:nvSpPr>
          <p:cNvPr id="9" name="文字方塊 8"/>
          <p:cNvSpPr txBox="1"/>
          <p:nvPr/>
        </p:nvSpPr>
        <p:spPr>
          <a:xfrm>
            <a:off x="7061201" y="88900"/>
            <a:ext cx="5029200" cy="707886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接著來進行一些簡單的設定</a:t>
            </a:r>
            <a:r>
              <a:rPr kumimoji="0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……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單純只是個人習慣，不設定也能正常使用</a:t>
            </a:r>
          </a:p>
        </p:txBody>
      </p:sp>
    </p:spTree>
    <p:extLst>
      <p:ext uri="{BB962C8B-B14F-4D97-AF65-F5344CB8AC3E}">
        <p14:creationId xmlns:p14="http://schemas.microsoft.com/office/powerpoint/2010/main" val="17198061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字方塊 7"/>
          <p:cNvSpPr txBox="1"/>
          <p:nvPr/>
        </p:nvSpPr>
        <p:spPr>
          <a:xfrm>
            <a:off x="180976" y="1536700"/>
            <a:ext cx="5705474" cy="707886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Miscellaneous </a:t>
            </a:r>
            <a:r>
              <a:rPr kumimoji="0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  <a:sym typeface="Symbol" panose="05050102010706020507" pitchFamily="18" charset="2"/>
              </a:rPr>
              <a:t> Power level  Many power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在打字時會有一個類似電玩</a:t>
            </a:r>
            <a:r>
              <a:rPr kumimoji="0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COMBO</a:t>
            </a:r>
            <a:r>
              <a:rPr kumimoji="0" lang="zh-TW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的特效</a:t>
            </a:r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304" y="2352674"/>
            <a:ext cx="5460817" cy="4151453"/>
          </a:xfrm>
          <a:prstGeom prst="rect">
            <a:avLst/>
          </a:prstGeom>
        </p:spPr>
      </p:pic>
      <p:pic>
        <p:nvPicPr>
          <p:cNvPr id="4" name="圖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6550" y="2357450"/>
            <a:ext cx="5449700" cy="4146677"/>
          </a:xfrm>
          <a:prstGeom prst="rect">
            <a:avLst/>
          </a:prstGeom>
        </p:spPr>
      </p:pic>
      <p:sp>
        <p:nvSpPr>
          <p:cNvPr id="10" name="文字方塊 9"/>
          <p:cNvSpPr txBox="1"/>
          <p:nvPr/>
        </p:nvSpPr>
        <p:spPr>
          <a:xfrm>
            <a:off x="7061201" y="88900"/>
            <a:ext cx="5029200" cy="707886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接著來進行一些簡單的設定</a:t>
            </a:r>
            <a:r>
              <a:rPr kumimoji="0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……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單純只是個人習慣，不設定也能正常使用</a:t>
            </a:r>
          </a:p>
        </p:txBody>
      </p:sp>
    </p:spTree>
    <p:extLst>
      <p:ext uri="{BB962C8B-B14F-4D97-AF65-F5344CB8AC3E}">
        <p14:creationId xmlns:p14="http://schemas.microsoft.com/office/powerpoint/2010/main" val="4143566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字方塊 7"/>
          <p:cNvSpPr txBox="1"/>
          <p:nvPr/>
        </p:nvSpPr>
        <p:spPr>
          <a:xfrm>
            <a:off x="180976" y="1536700"/>
            <a:ext cx="5705474" cy="40011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Miscellaneous </a:t>
            </a:r>
            <a:r>
              <a:rPr kumimoji="0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  <a:sym typeface="Symbol" panose="05050102010706020507" pitchFamily="18" charset="2"/>
              </a:rPr>
              <a:t> Corgi mode &amp; Kitty mode</a:t>
            </a:r>
            <a:endParaRPr kumimoji="0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7061201" y="88900"/>
            <a:ext cx="5029200" cy="707886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接著來進行一些簡單的設定</a:t>
            </a:r>
            <a:r>
              <a:rPr kumimoji="0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……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單純只是個人習慣，不設定也能正常使用</a:t>
            </a: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188" y="2352944"/>
            <a:ext cx="5099050" cy="3889106"/>
          </a:xfrm>
          <a:prstGeom prst="rect">
            <a:avLst/>
          </a:prstGeom>
        </p:spPr>
      </p:pic>
      <p:sp>
        <p:nvSpPr>
          <p:cNvPr id="9" name="文字方塊 8"/>
          <p:cNvSpPr txBox="1"/>
          <p:nvPr/>
        </p:nvSpPr>
        <p:spPr>
          <a:xfrm>
            <a:off x="6149976" y="1536700"/>
            <a:ext cx="5705474" cy="40011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會出現可愛的狗狗</a:t>
            </a:r>
            <a:r>
              <a:rPr kumimoji="0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&amp;</a:t>
            </a:r>
            <a:r>
              <a:rPr kumimoji="0" lang="zh-TW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貓貓在畫面上走來走去</a:t>
            </a:r>
            <a:r>
              <a:rPr kumimoji="0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…</a:t>
            </a:r>
            <a:endParaRPr kumimoji="0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6450" y="2352944"/>
            <a:ext cx="6145888" cy="3129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11553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字方塊 6"/>
          <p:cNvSpPr txBox="1"/>
          <p:nvPr/>
        </p:nvSpPr>
        <p:spPr>
          <a:xfrm>
            <a:off x="6718300" y="88900"/>
            <a:ext cx="5372101" cy="1015663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要建立一個全新的</a:t>
            </a:r>
            <a:r>
              <a:rPr kumimoji="0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Python 3</a:t>
            </a:r>
            <a:r>
              <a:rPr kumimoji="0" lang="zh-TW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專案時，到工具列 </a:t>
            </a:r>
            <a:r>
              <a:rPr kumimoji="0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File </a:t>
            </a:r>
            <a:r>
              <a:rPr kumimoji="0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  <a:sym typeface="Symbol" panose="05050102010706020507" pitchFamily="18" charset="2"/>
              </a:rPr>
              <a:t> New Python 3 notebook</a:t>
            </a:r>
            <a:r>
              <a:rPr kumimoji="0" lang="zh-TW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  <a:sym typeface="Symbol" panose="05050102010706020507" pitchFamily="18" charset="2"/>
              </a:rPr>
              <a:t>，就可以在瀏覽器開一個新的分頁進行專案開發</a:t>
            </a:r>
            <a:endParaRPr kumimoji="0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100" y="1592262"/>
            <a:ext cx="6019800" cy="2352675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7370" y="1592262"/>
            <a:ext cx="5723031" cy="2773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24537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字方塊 6"/>
          <p:cNvSpPr txBox="1"/>
          <p:nvPr/>
        </p:nvSpPr>
        <p:spPr>
          <a:xfrm>
            <a:off x="5448300" y="88900"/>
            <a:ext cx="6642101" cy="1323439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建立專案後，可以選擇本專案是否要使用硬體加速</a:t>
            </a:r>
            <a:endParaRPr kumimoji="0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一般而言，如果是一些簡單的小專案，就可以跳過此步驟</a:t>
            </a:r>
            <a:endParaRPr kumimoji="0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如果是需要用到平行運算來訓練模型的話，開啟此功能在運算效率上會相當有感</a:t>
            </a: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450" y="2311399"/>
            <a:ext cx="4200525" cy="2238375"/>
          </a:xfrm>
          <a:prstGeom prst="rect">
            <a:avLst/>
          </a:prstGeom>
        </p:spPr>
      </p:pic>
      <p:pic>
        <p:nvPicPr>
          <p:cNvPr id="3" name="圖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1425" y="2311399"/>
            <a:ext cx="5038725" cy="4219575"/>
          </a:xfrm>
          <a:prstGeom prst="rect">
            <a:avLst/>
          </a:prstGeom>
        </p:spPr>
      </p:pic>
      <p:sp>
        <p:nvSpPr>
          <p:cNvPr id="9" name="文字方塊 8"/>
          <p:cNvSpPr txBox="1"/>
          <p:nvPr/>
        </p:nvSpPr>
        <p:spPr>
          <a:xfrm>
            <a:off x="756443" y="1727200"/>
            <a:ext cx="4554538" cy="40011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一些比較常用的工具列都會位於左上方</a:t>
            </a:r>
          </a:p>
        </p:txBody>
      </p:sp>
      <p:sp>
        <p:nvSpPr>
          <p:cNvPr id="11" name="文字方塊 10"/>
          <p:cNvSpPr txBox="1"/>
          <p:nvPr/>
        </p:nvSpPr>
        <p:spPr>
          <a:xfrm>
            <a:off x="6675437" y="1727200"/>
            <a:ext cx="4330700" cy="40011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Runtime </a:t>
            </a:r>
            <a:r>
              <a:rPr kumimoji="0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  <a:sym typeface="Symbol" panose="05050102010706020507" pitchFamily="18" charset="2"/>
              </a:rPr>
              <a:t> Change runtime type</a:t>
            </a:r>
            <a:endParaRPr kumimoji="0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944264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字方塊 6"/>
          <p:cNvSpPr txBox="1"/>
          <p:nvPr/>
        </p:nvSpPr>
        <p:spPr>
          <a:xfrm>
            <a:off x="5448300" y="88900"/>
            <a:ext cx="6642101" cy="1323439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建立專案後，可以選擇本專案是否要使用硬體加速</a:t>
            </a:r>
            <a:endParaRPr kumimoji="0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一般而言，如果是一些簡單的小專案，就可以跳過此步驟</a:t>
            </a:r>
            <a:endParaRPr kumimoji="0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如果是需要用到平行運算來訓練模型的話，開啟此功能在運算效率上會相當有感</a:t>
            </a:r>
          </a:p>
        </p:txBody>
      </p:sp>
      <p:sp>
        <p:nvSpPr>
          <p:cNvPr id="9" name="文字方塊 8"/>
          <p:cNvSpPr txBox="1"/>
          <p:nvPr/>
        </p:nvSpPr>
        <p:spPr>
          <a:xfrm>
            <a:off x="1125932" y="1727200"/>
            <a:ext cx="3815557" cy="40011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Hardware accelerator </a:t>
            </a:r>
            <a:r>
              <a:rPr kumimoji="0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  <a:sym typeface="Symbol" panose="05050102010706020507" pitchFamily="18" charset="2"/>
              </a:rPr>
              <a:t> GPU</a:t>
            </a:r>
            <a:endParaRPr kumimoji="0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6798468" y="1727200"/>
            <a:ext cx="3941763" cy="40011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之後按下</a:t>
            </a:r>
            <a:r>
              <a:rPr kumimoji="0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SAVE</a:t>
            </a:r>
            <a:r>
              <a:rPr kumimoji="0" lang="zh-TW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就代表已完成修改</a:t>
            </a: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524" y="2368550"/>
            <a:ext cx="4524375" cy="3238500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1450" y="2397125"/>
            <a:ext cx="4495800" cy="3209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5145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字方塊 6"/>
          <p:cNvSpPr txBox="1"/>
          <p:nvPr/>
        </p:nvSpPr>
        <p:spPr>
          <a:xfrm>
            <a:off x="6223000" y="88900"/>
            <a:ext cx="5867401" cy="1015663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當滑鼠移到最左上的時候，就能直接對本專案進行重新命名</a:t>
            </a:r>
            <a:endParaRPr kumimoji="0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並會自動地儲存在你的</a:t>
            </a:r>
            <a:r>
              <a:rPr kumimoji="0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google drive</a:t>
            </a:r>
            <a:r>
              <a:rPr kumimoji="0" lang="zh-TW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中</a:t>
            </a:r>
          </a:p>
        </p:txBody>
      </p:sp>
      <p:sp>
        <p:nvSpPr>
          <p:cNvPr id="9" name="文字方塊 8"/>
          <p:cNvSpPr txBox="1"/>
          <p:nvPr/>
        </p:nvSpPr>
        <p:spPr>
          <a:xfrm>
            <a:off x="1125930" y="1601133"/>
            <a:ext cx="3815557" cy="707886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系統會在一小段時間後，自動地幫使用者儲存所有的變更</a:t>
            </a:r>
          </a:p>
        </p:txBody>
      </p:sp>
      <p:sp>
        <p:nvSpPr>
          <p:cNvPr id="11" name="文字方塊 10"/>
          <p:cNvSpPr txBox="1"/>
          <p:nvPr/>
        </p:nvSpPr>
        <p:spPr>
          <a:xfrm>
            <a:off x="5894387" y="1755021"/>
            <a:ext cx="6067425" cy="40011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會把檔案存在</a:t>
            </a:r>
            <a:r>
              <a:rPr kumimoji="0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google drive</a:t>
            </a:r>
            <a:r>
              <a:rPr kumimoji="0" lang="zh-TW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 </a:t>
            </a:r>
            <a:r>
              <a:rPr kumimoji="0" lang="zh-TW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  <a:sym typeface="Symbol" panose="05050102010706020507" pitchFamily="18" charset="2"/>
              </a:rPr>
              <a:t> </a:t>
            </a:r>
            <a:r>
              <a:rPr kumimoji="0" lang="en-US" altLang="zh-TW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  <a:sym typeface="Symbol" panose="05050102010706020507" pitchFamily="18" charset="2"/>
              </a:rPr>
              <a:t>Colab</a:t>
            </a:r>
            <a:r>
              <a:rPr kumimoji="0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  <a:sym typeface="Symbol" panose="05050102010706020507" pitchFamily="18" charset="2"/>
              </a:rPr>
              <a:t> Notebooks</a:t>
            </a:r>
            <a:r>
              <a:rPr kumimoji="0" lang="zh-TW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  <a:sym typeface="Symbol" panose="05050102010706020507" pitchFamily="18" charset="2"/>
              </a:rPr>
              <a:t>中</a:t>
            </a:r>
            <a:endParaRPr kumimoji="0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922" y="2393950"/>
            <a:ext cx="4981575" cy="2019300"/>
          </a:xfrm>
          <a:prstGeom prst="rect">
            <a:avLst/>
          </a:prstGeom>
        </p:spPr>
      </p:pic>
      <p:pic>
        <p:nvPicPr>
          <p:cNvPr id="3" name="圖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209" y="4583112"/>
            <a:ext cx="4953000" cy="2009775"/>
          </a:xfrm>
          <a:prstGeom prst="rect">
            <a:avLst/>
          </a:prstGeom>
        </p:spPr>
      </p:pic>
      <p:pic>
        <p:nvPicPr>
          <p:cNvPr id="8" name="圖片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5825" y="2393950"/>
            <a:ext cx="5924550" cy="2200275"/>
          </a:xfrm>
          <a:prstGeom prst="rect">
            <a:avLst/>
          </a:prstGeom>
        </p:spPr>
      </p:pic>
      <p:cxnSp>
        <p:nvCxnSpPr>
          <p:cNvPr id="12" name="直線接點 11"/>
          <p:cNvCxnSpPr/>
          <p:nvPr/>
        </p:nvCxnSpPr>
        <p:spPr>
          <a:xfrm flipV="1">
            <a:off x="4229100" y="2908300"/>
            <a:ext cx="1255709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接點 13"/>
          <p:cNvCxnSpPr/>
          <p:nvPr/>
        </p:nvCxnSpPr>
        <p:spPr>
          <a:xfrm flipV="1">
            <a:off x="4229100" y="5105400"/>
            <a:ext cx="1255709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8854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字方塊 6"/>
          <p:cNvSpPr txBox="1"/>
          <p:nvPr/>
        </p:nvSpPr>
        <p:spPr>
          <a:xfrm>
            <a:off x="8201025" y="88900"/>
            <a:ext cx="3889376" cy="40011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開始你的第一隻雲端</a:t>
            </a:r>
            <a:r>
              <a:rPr kumimoji="0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python</a:t>
            </a:r>
            <a:r>
              <a:rPr kumimoji="0" lang="zh-TW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程式</a:t>
            </a:r>
          </a:p>
        </p:txBody>
      </p:sp>
      <p:pic>
        <p:nvPicPr>
          <p:cNvPr id="16" name="圖片 1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79537"/>
            <a:ext cx="7023100" cy="5091748"/>
          </a:xfrm>
          <a:prstGeom prst="rect">
            <a:avLst/>
          </a:prstGeom>
        </p:spPr>
      </p:pic>
      <p:sp>
        <p:nvSpPr>
          <p:cNvPr id="9" name="文字方塊 8"/>
          <p:cNvSpPr txBox="1"/>
          <p:nvPr/>
        </p:nvSpPr>
        <p:spPr>
          <a:xfrm>
            <a:off x="5880101" y="3237051"/>
            <a:ext cx="4508500" cy="400110"/>
          </a:xfrm>
          <a:prstGeom prst="rect">
            <a:avLst/>
          </a:prstGeom>
          <a:solidFill>
            <a:schemeClr val="accent2"/>
          </a:solidFill>
          <a:ln w="508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每一格可以輸入程式碼的格子稱為</a:t>
            </a:r>
            <a:r>
              <a:rPr kumimoji="0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cell</a:t>
            </a:r>
            <a:endParaRPr kumimoji="0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5880101" y="3976211"/>
            <a:ext cx="5727700" cy="400110"/>
          </a:xfrm>
          <a:prstGeom prst="rect">
            <a:avLst/>
          </a:prstGeom>
          <a:solidFill>
            <a:schemeClr val="accent2"/>
          </a:solidFill>
          <a:ln w="508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由上而下，每個</a:t>
            </a:r>
            <a:r>
              <a:rPr kumimoji="0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cell</a:t>
            </a:r>
            <a:r>
              <a:rPr kumimoji="0" lang="zh-TW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的運行結果是有記憶連貫性的</a:t>
            </a:r>
          </a:p>
        </p:txBody>
      </p:sp>
      <p:sp>
        <p:nvSpPr>
          <p:cNvPr id="15" name="文字方塊 14"/>
          <p:cNvSpPr txBox="1"/>
          <p:nvPr/>
        </p:nvSpPr>
        <p:spPr>
          <a:xfrm>
            <a:off x="5880101" y="4741317"/>
            <a:ext cx="6210300" cy="707886"/>
          </a:xfrm>
          <a:prstGeom prst="rect">
            <a:avLst/>
          </a:prstGeom>
          <a:solidFill>
            <a:schemeClr val="accent2"/>
          </a:solidFill>
          <a:ln w="508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所以我們可以在第一個</a:t>
            </a:r>
            <a:r>
              <a:rPr kumimoji="0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cell</a:t>
            </a:r>
            <a:r>
              <a:rPr kumimoji="0" lang="zh-TW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初始化</a:t>
            </a:r>
            <a:r>
              <a:rPr kumimoji="0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x</a:t>
            </a:r>
            <a:r>
              <a:rPr kumimoji="0" lang="zh-TW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和</a:t>
            </a:r>
            <a:r>
              <a:rPr kumimoji="0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y</a:t>
            </a:r>
            <a:r>
              <a:rPr kumimoji="0" lang="zh-TW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的值，在第二個</a:t>
            </a:r>
            <a:r>
              <a:rPr kumimoji="0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cell</a:t>
            </a:r>
            <a:r>
              <a:rPr kumimoji="0" lang="zh-TW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將</a:t>
            </a:r>
            <a:r>
              <a:rPr kumimoji="0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x</a:t>
            </a:r>
            <a:r>
              <a:rPr kumimoji="0" lang="zh-TW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和</a:t>
            </a:r>
            <a:r>
              <a:rPr kumimoji="0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y</a:t>
            </a:r>
            <a:r>
              <a:rPr kumimoji="0" lang="zh-TW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相加，接著在第三個</a:t>
            </a:r>
            <a:r>
              <a:rPr kumimoji="0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cell</a:t>
            </a:r>
            <a:r>
              <a:rPr kumimoji="0" lang="zh-TW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將答案印出來</a:t>
            </a:r>
          </a:p>
        </p:txBody>
      </p:sp>
    </p:spTree>
    <p:extLst>
      <p:ext uri="{BB962C8B-B14F-4D97-AF65-F5344CB8AC3E}">
        <p14:creationId xmlns:p14="http://schemas.microsoft.com/office/powerpoint/2010/main" val="35800025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3" grpId="0" animBg="1"/>
      <p:bldP spid="1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字方塊 6"/>
          <p:cNvSpPr txBox="1"/>
          <p:nvPr/>
        </p:nvSpPr>
        <p:spPr>
          <a:xfrm>
            <a:off x="8201025" y="88900"/>
            <a:ext cx="3889376" cy="40011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開始你的第一隻雲端</a:t>
            </a:r>
            <a:r>
              <a:rPr kumimoji="0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python</a:t>
            </a:r>
            <a:r>
              <a:rPr kumimoji="0" lang="zh-TW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程式</a:t>
            </a:r>
          </a:p>
        </p:txBody>
      </p:sp>
      <p:pic>
        <p:nvPicPr>
          <p:cNvPr id="16" name="圖片 1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79537"/>
            <a:ext cx="7023100" cy="5091748"/>
          </a:xfrm>
          <a:prstGeom prst="rect">
            <a:avLst/>
          </a:prstGeom>
        </p:spPr>
      </p:pic>
      <p:pic>
        <p:nvPicPr>
          <p:cNvPr id="2" name="圖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693" y="1175890"/>
            <a:ext cx="6313714" cy="5499042"/>
          </a:xfrm>
          <a:prstGeom prst="rect">
            <a:avLst/>
          </a:prstGeom>
          <a:ln w="50800">
            <a:solidFill>
              <a:srgbClr val="FF0000"/>
            </a:solidFill>
          </a:ln>
        </p:spPr>
      </p:pic>
      <p:sp>
        <p:nvSpPr>
          <p:cNvPr id="9" name="文字方塊 8"/>
          <p:cNvSpPr txBox="1"/>
          <p:nvPr/>
        </p:nvSpPr>
        <p:spPr>
          <a:xfrm>
            <a:off x="6431643" y="3237051"/>
            <a:ext cx="5368471" cy="400110"/>
          </a:xfrm>
          <a:prstGeom prst="rect">
            <a:avLst/>
          </a:prstGeom>
          <a:solidFill>
            <a:schemeClr val="accent2"/>
          </a:solidFill>
          <a:ln w="508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要執行單個</a:t>
            </a:r>
            <a:r>
              <a:rPr kumimoji="0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cell</a:t>
            </a:r>
            <a:r>
              <a:rPr kumimoji="0" lang="zh-TW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可以按下快速鍵：</a:t>
            </a:r>
            <a:r>
              <a:rPr kumimoji="0" lang="en-US" altLang="zh-TW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Shift+Enter</a:t>
            </a:r>
            <a:endParaRPr kumimoji="0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6431641" y="3925411"/>
            <a:ext cx="5687787" cy="707886"/>
          </a:xfrm>
          <a:prstGeom prst="rect">
            <a:avLst/>
          </a:prstGeom>
          <a:solidFill>
            <a:schemeClr val="accent2"/>
          </a:solidFill>
          <a:ln w="508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或者是一次要執行所有</a:t>
            </a:r>
            <a:r>
              <a:rPr kumimoji="0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cell</a:t>
            </a:r>
            <a:r>
              <a:rPr kumimoji="0" lang="zh-TW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就可以按下：</a:t>
            </a:r>
            <a:r>
              <a:rPr kumimoji="0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Ctrl+F9</a:t>
            </a:r>
            <a:r>
              <a:rPr kumimoji="0" lang="zh-TW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或用工具列</a:t>
            </a:r>
            <a:r>
              <a:rPr kumimoji="0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Runtime </a:t>
            </a:r>
            <a:r>
              <a:rPr kumimoji="0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  <a:sym typeface="Symbol" panose="05050102010706020507" pitchFamily="18" charset="2"/>
              </a:rPr>
              <a:t> Run all</a:t>
            </a:r>
            <a:endParaRPr kumimoji="0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23161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8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字方塊 6"/>
          <p:cNvSpPr txBox="1"/>
          <p:nvPr/>
        </p:nvSpPr>
        <p:spPr>
          <a:xfrm>
            <a:off x="8201025" y="88900"/>
            <a:ext cx="3889376" cy="40011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開始你的第一隻雲端</a:t>
            </a:r>
            <a:r>
              <a:rPr kumimoji="0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python</a:t>
            </a:r>
            <a:r>
              <a:rPr kumimoji="0" lang="zh-TW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程式</a:t>
            </a: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79537"/>
            <a:ext cx="7023100" cy="5091748"/>
          </a:xfrm>
          <a:prstGeom prst="rect">
            <a:avLst/>
          </a:prstGeom>
        </p:spPr>
      </p:pic>
      <p:pic>
        <p:nvPicPr>
          <p:cNvPr id="2" name="圖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0399" y="2778125"/>
            <a:ext cx="5040000" cy="3283200"/>
          </a:xfrm>
          <a:prstGeom prst="rect">
            <a:avLst/>
          </a:prstGeom>
          <a:ln w="50800">
            <a:solidFill>
              <a:srgbClr val="FF0000"/>
            </a:solidFill>
          </a:ln>
        </p:spPr>
      </p:pic>
      <p:sp>
        <p:nvSpPr>
          <p:cNvPr id="8" name="文字方塊 7"/>
          <p:cNvSpPr txBox="1"/>
          <p:nvPr/>
        </p:nvSpPr>
        <p:spPr>
          <a:xfrm>
            <a:off x="3200401" y="2342515"/>
            <a:ext cx="5040000" cy="400110"/>
          </a:xfrm>
          <a:prstGeom prst="rect">
            <a:avLst/>
          </a:prstGeom>
          <a:solidFill>
            <a:schemeClr val="accent2"/>
          </a:solidFill>
          <a:ln w="508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當然，也能把程式碼放在同一個</a:t>
            </a:r>
            <a:r>
              <a:rPr kumimoji="0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cell</a:t>
            </a:r>
            <a:r>
              <a:rPr kumimoji="0" lang="zh-TW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來執行</a:t>
            </a:r>
          </a:p>
        </p:txBody>
      </p:sp>
      <p:sp>
        <p:nvSpPr>
          <p:cNvPr id="11" name="文字方塊 10"/>
          <p:cNvSpPr txBox="1"/>
          <p:nvPr/>
        </p:nvSpPr>
        <p:spPr>
          <a:xfrm>
            <a:off x="8303057" y="3758005"/>
            <a:ext cx="3787343" cy="1323439"/>
          </a:xfrm>
          <a:prstGeom prst="rect">
            <a:avLst/>
          </a:prstGeom>
          <a:solidFill>
            <a:schemeClr val="accent2"/>
          </a:solidFill>
          <a:ln w="508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只是對於初學者來說，會建議當遇到較大的專案時，能適度地將程式碼分別放到不同的</a:t>
            </a:r>
            <a:r>
              <a:rPr kumimoji="0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cell</a:t>
            </a:r>
            <a:r>
              <a:rPr kumimoji="0" lang="zh-TW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，會比較容易閱讀與偵錯</a:t>
            </a:r>
          </a:p>
        </p:txBody>
      </p:sp>
    </p:spTree>
    <p:extLst>
      <p:ext uri="{BB962C8B-B14F-4D97-AF65-F5344CB8AC3E}">
        <p14:creationId xmlns:p14="http://schemas.microsoft.com/office/powerpoint/2010/main" val="16885393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1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字方塊 8"/>
          <p:cNvSpPr txBox="1"/>
          <p:nvPr/>
        </p:nvSpPr>
        <p:spPr>
          <a:xfrm>
            <a:off x="772749" y="1808202"/>
            <a:ext cx="4508500" cy="40011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這個是剛剛可以正常運作的程式碼</a:t>
            </a:r>
          </a:p>
        </p:txBody>
      </p:sp>
      <p:sp>
        <p:nvSpPr>
          <p:cNvPr id="12" name="文字方塊 11"/>
          <p:cNvSpPr txBox="1"/>
          <p:nvPr/>
        </p:nvSpPr>
        <p:spPr>
          <a:xfrm>
            <a:off x="6066242" y="1654314"/>
            <a:ext cx="5765800" cy="707886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這時候如果我們忘了把</a:t>
            </a:r>
            <a:r>
              <a:rPr kumimoji="0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y</a:t>
            </a:r>
            <a:r>
              <a:rPr kumimoji="0" lang="zh-TW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做初始化的話，很明顯地就會無法執行專案</a:t>
            </a:r>
          </a:p>
        </p:txBody>
      </p:sp>
      <p:sp>
        <p:nvSpPr>
          <p:cNvPr id="10" name="文字方塊 9"/>
          <p:cNvSpPr txBox="1"/>
          <p:nvPr/>
        </p:nvSpPr>
        <p:spPr>
          <a:xfrm>
            <a:off x="7569199" y="88900"/>
            <a:ext cx="4521201" cy="40011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最後，我們來說明一個方便的除錯方法</a:t>
            </a:r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999" y="2536825"/>
            <a:ext cx="5040000" cy="3283200"/>
          </a:xfrm>
          <a:prstGeom prst="rect">
            <a:avLst/>
          </a:prstGeom>
          <a:ln w="50800">
            <a:noFill/>
          </a:ln>
        </p:spPr>
      </p:pic>
      <p:pic>
        <p:nvPicPr>
          <p:cNvPr id="2" name="圖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3117" y="2536825"/>
            <a:ext cx="4972050" cy="2762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47208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字方塊 8"/>
          <p:cNvSpPr txBox="1"/>
          <p:nvPr/>
        </p:nvSpPr>
        <p:spPr>
          <a:xfrm>
            <a:off x="772749" y="1654314"/>
            <a:ext cx="4508500" cy="707886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當產生錯誤時，</a:t>
            </a:r>
            <a:r>
              <a:rPr kumimoji="0" lang="en-US" altLang="zh-TW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colab</a:t>
            </a:r>
            <a:r>
              <a:rPr kumimoji="0" lang="zh-TW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很貼心地會在錯誤程式碼下面產生一個按鈕</a:t>
            </a:r>
          </a:p>
        </p:txBody>
      </p:sp>
      <p:sp>
        <p:nvSpPr>
          <p:cNvPr id="12" name="文字方塊 11"/>
          <p:cNvSpPr txBox="1"/>
          <p:nvPr/>
        </p:nvSpPr>
        <p:spPr>
          <a:xfrm>
            <a:off x="6566544" y="1654314"/>
            <a:ext cx="4855758" cy="707886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按下去後，它就會自動幫你搜尋相關結果，並顯示在新分頁</a:t>
            </a:r>
          </a:p>
        </p:txBody>
      </p:sp>
      <p:sp>
        <p:nvSpPr>
          <p:cNvPr id="10" name="文字方塊 9"/>
          <p:cNvSpPr txBox="1"/>
          <p:nvPr/>
        </p:nvSpPr>
        <p:spPr>
          <a:xfrm>
            <a:off x="7569199" y="88900"/>
            <a:ext cx="4521201" cy="40011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最後，我們來說明一個方便的除錯方法</a:t>
            </a: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774" y="2617788"/>
            <a:ext cx="4562475" cy="3187306"/>
          </a:xfrm>
          <a:prstGeom prst="rect">
            <a:avLst/>
          </a:prstGeom>
        </p:spPr>
      </p:pic>
      <p:pic>
        <p:nvPicPr>
          <p:cNvPr id="3" name="圖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1584" y="2617788"/>
            <a:ext cx="4245678" cy="3503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60953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字方塊 6"/>
          <p:cNvSpPr txBox="1"/>
          <p:nvPr/>
        </p:nvSpPr>
        <p:spPr>
          <a:xfrm>
            <a:off x="10337799" y="88900"/>
            <a:ext cx="1752601" cy="40011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分享你的程式</a:t>
            </a:r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2551" y="2933700"/>
            <a:ext cx="3352800" cy="3048000"/>
          </a:xfrm>
          <a:prstGeom prst="rect">
            <a:avLst/>
          </a:prstGeom>
        </p:spPr>
      </p:pic>
      <p:sp>
        <p:nvSpPr>
          <p:cNvPr id="9" name="文字方塊 8"/>
          <p:cNvSpPr txBox="1"/>
          <p:nvPr/>
        </p:nvSpPr>
        <p:spPr>
          <a:xfrm>
            <a:off x="772750" y="1819414"/>
            <a:ext cx="4508500" cy="1015663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右上方有一個</a:t>
            </a:r>
            <a:r>
              <a:rPr kumimoji="0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Share</a:t>
            </a:r>
            <a:r>
              <a:rPr kumimoji="0" lang="zh-TW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的按鈕，這個功能可以讓你分享這個專案給別人（合作開發或求救）</a:t>
            </a:r>
          </a:p>
        </p:txBody>
      </p:sp>
      <p:cxnSp>
        <p:nvCxnSpPr>
          <p:cNvPr id="10" name="直線接點 9"/>
          <p:cNvCxnSpPr/>
          <p:nvPr/>
        </p:nvCxnSpPr>
        <p:spPr>
          <a:xfrm flipV="1">
            <a:off x="2667000" y="3340100"/>
            <a:ext cx="720000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圖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1736" y="2933701"/>
            <a:ext cx="4962525" cy="2314575"/>
          </a:xfrm>
          <a:prstGeom prst="rect">
            <a:avLst/>
          </a:prstGeom>
        </p:spPr>
      </p:pic>
      <p:sp>
        <p:nvSpPr>
          <p:cNvPr id="12" name="文字方塊 11"/>
          <p:cNvSpPr txBox="1"/>
          <p:nvPr/>
        </p:nvSpPr>
        <p:spPr>
          <a:xfrm>
            <a:off x="6508748" y="1819414"/>
            <a:ext cx="4508500" cy="707886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按下去後會跳出一個視窗，跟</a:t>
            </a:r>
            <a:r>
              <a:rPr kumimoji="0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google drive</a:t>
            </a:r>
            <a:r>
              <a:rPr kumimoji="0" lang="zh-TW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的分享檔案其實是一樣的</a:t>
            </a:r>
          </a:p>
        </p:txBody>
      </p:sp>
    </p:spTree>
    <p:extLst>
      <p:ext uri="{BB962C8B-B14F-4D97-AF65-F5344CB8AC3E}">
        <p14:creationId xmlns:p14="http://schemas.microsoft.com/office/powerpoint/2010/main" val="11161368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字方塊 6"/>
          <p:cNvSpPr txBox="1"/>
          <p:nvPr/>
        </p:nvSpPr>
        <p:spPr>
          <a:xfrm>
            <a:off x="7289801" y="88900"/>
            <a:ext cx="4800600" cy="40011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接著，我們來簡介一下如何重新開啟專案</a:t>
            </a:r>
          </a:p>
        </p:txBody>
      </p:sp>
      <p:sp>
        <p:nvSpPr>
          <p:cNvPr id="9" name="文字方塊 8"/>
          <p:cNvSpPr txBox="1"/>
          <p:nvPr/>
        </p:nvSpPr>
        <p:spPr>
          <a:xfrm>
            <a:off x="772749" y="1654314"/>
            <a:ext cx="4508500" cy="1015663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由於系統會自動地將專案儲存至你的個人雲端硬碟，所以只要到對應的位置打開專案</a:t>
            </a:r>
          </a:p>
        </p:txBody>
      </p:sp>
      <p:sp>
        <p:nvSpPr>
          <p:cNvPr id="12" name="文字方塊 11"/>
          <p:cNvSpPr txBox="1"/>
          <p:nvPr/>
        </p:nvSpPr>
        <p:spPr>
          <a:xfrm>
            <a:off x="6070600" y="1537037"/>
            <a:ext cx="5765800" cy="707886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接著只要指定使用</a:t>
            </a:r>
            <a:r>
              <a:rPr kumimoji="0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google </a:t>
            </a:r>
            <a:r>
              <a:rPr kumimoji="0" lang="en-US" altLang="zh-TW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colab</a:t>
            </a:r>
            <a:r>
              <a:rPr kumimoji="0" lang="zh-TW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開啟專案，就能重新還原狀態了</a:t>
            </a: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162" y="2762250"/>
            <a:ext cx="5781675" cy="2171700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5570" y="2762250"/>
            <a:ext cx="2875860" cy="3952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62064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6378896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操作說明</a:t>
            </a:r>
          </a:p>
        </p:txBody>
      </p:sp>
      <p:sp>
        <p:nvSpPr>
          <p:cNvPr id="7" name="文字方塊 6"/>
          <p:cNvSpPr txBox="1"/>
          <p:nvPr/>
        </p:nvSpPr>
        <p:spPr>
          <a:xfrm>
            <a:off x="6123578" y="2544072"/>
            <a:ext cx="3288484" cy="92333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Cell</a:t>
            </a:r>
          </a:p>
          <a:p>
            <a:r>
              <a:rPr lang="en-US" altLang="zh-TW" dirty="0">
                <a:solidFill>
                  <a:srgbClr val="FF0000"/>
                </a:solidFill>
              </a:rPr>
              <a:t>“enter” -&gt; </a:t>
            </a:r>
            <a:r>
              <a:rPr lang="zh-TW" altLang="en-US" dirty="0">
                <a:solidFill>
                  <a:srgbClr val="FF0000"/>
                </a:solidFill>
              </a:rPr>
              <a:t>換行</a:t>
            </a:r>
            <a:endParaRPr lang="en-US" altLang="zh-TW" dirty="0">
              <a:solidFill>
                <a:srgbClr val="FF0000"/>
              </a:solidFill>
            </a:endParaRPr>
          </a:p>
          <a:p>
            <a:r>
              <a:rPr lang="en-US" altLang="zh-TW" dirty="0">
                <a:solidFill>
                  <a:srgbClr val="FF0000"/>
                </a:solidFill>
              </a:rPr>
              <a:t>“shift + enter” -&gt; </a:t>
            </a:r>
            <a:r>
              <a:rPr lang="zh-TW" altLang="en-US" dirty="0">
                <a:solidFill>
                  <a:srgbClr val="FF0000"/>
                </a:solidFill>
              </a:rPr>
              <a:t>執行此</a:t>
            </a:r>
            <a:r>
              <a:rPr lang="en-US" altLang="zh-TW" dirty="0">
                <a:solidFill>
                  <a:srgbClr val="FF0000"/>
                </a:solidFill>
              </a:rPr>
              <a:t>cell</a:t>
            </a:r>
            <a:endParaRPr lang="zh-TW" altLang="en-US" dirty="0">
              <a:solidFill>
                <a:srgbClr val="FF0000"/>
              </a:solidFill>
            </a:endParaRPr>
          </a:p>
        </p:txBody>
      </p:sp>
      <p:pic>
        <p:nvPicPr>
          <p:cNvPr id="9" name="內容版面配置區 8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333" y="1930399"/>
            <a:ext cx="5203093" cy="4277895"/>
          </a:xfrm>
        </p:spPr>
      </p:pic>
      <p:sp>
        <p:nvSpPr>
          <p:cNvPr id="10" name="文字方塊 9"/>
          <p:cNvSpPr txBox="1"/>
          <p:nvPr/>
        </p:nvSpPr>
        <p:spPr>
          <a:xfrm>
            <a:off x="6123578" y="5134872"/>
            <a:ext cx="3288484" cy="369332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rgbClr val="FF0000"/>
                </a:solidFill>
              </a:rPr>
              <a:t>注意字串的用法</a:t>
            </a:r>
          </a:p>
        </p:txBody>
      </p:sp>
    </p:spTree>
    <p:extLst>
      <p:ext uri="{BB962C8B-B14F-4D97-AF65-F5344CB8AC3E}">
        <p14:creationId xmlns:p14="http://schemas.microsoft.com/office/powerpoint/2010/main" val="81097231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操作說明</a:t>
            </a:r>
          </a:p>
        </p:txBody>
      </p:sp>
      <p:sp>
        <p:nvSpPr>
          <p:cNvPr id="5" name="文字方塊 4"/>
          <p:cNvSpPr txBox="1"/>
          <p:nvPr/>
        </p:nvSpPr>
        <p:spPr>
          <a:xfrm>
            <a:off x="5440889" y="2520009"/>
            <a:ext cx="3288484" cy="369332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rgbClr val="FF0000"/>
                </a:solidFill>
              </a:rPr>
              <a:t>將使用者輸入的資訊轉為</a:t>
            </a:r>
            <a:r>
              <a:rPr lang="en-US" altLang="zh-TW" dirty="0" err="1">
                <a:solidFill>
                  <a:srgbClr val="FF0000"/>
                </a:solidFill>
              </a:rPr>
              <a:t>int</a:t>
            </a:r>
            <a:endParaRPr lang="zh-TW" altLang="en-US" dirty="0">
              <a:solidFill>
                <a:srgbClr val="FF0000"/>
              </a:solidFill>
            </a:endParaRPr>
          </a:p>
        </p:txBody>
      </p:sp>
      <p:pic>
        <p:nvPicPr>
          <p:cNvPr id="7" name="內容版面配置區 6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333" y="1930399"/>
            <a:ext cx="4570134" cy="4678947"/>
          </a:xfrm>
        </p:spPr>
      </p:pic>
      <p:sp>
        <p:nvSpPr>
          <p:cNvPr id="8" name="文字方塊 7"/>
          <p:cNvSpPr txBox="1"/>
          <p:nvPr/>
        </p:nvSpPr>
        <p:spPr>
          <a:xfrm>
            <a:off x="5440889" y="4870178"/>
            <a:ext cx="3288484" cy="369332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rgbClr val="FF0000"/>
                </a:solidFill>
              </a:rPr>
              <a:t>將使用者輸入的資訊轉為</a:t>
            </a:r>
            <a:r>
              <a:rPr lang="en-US" altLang="zh-TW" dirty="0">
                <a:solidFill>
                  <a:srgbClr val="FF0000"/>
                </a:solidFill>
              </a:rPr>
              <a:t>float</a:t>
            </a:r>
            <a:endParaRPr lang="zh-TW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698118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操作說明</a:t>
            </a:r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334" y="1930400"/>
            <a:ext cx="4841150" cy="2570442"/>
          </a:xfrm>
        </p:spPr>
      </p:pic>
      <p:sp>
        <p:nvSpPr>
          <p:cNvPr id="5" name="文字方塊 4"/>
          <p:cNvSpPr txBox="1"/>
          <p:nvPr/>
        </p:nvSpPr>
        <p:spPr>
          <a:xfrm>
            <a:off x="5752001" y="2528030"/>
            <a:ext cx="3288484" cy="369332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rgbClr val="FF0000"/>
                </a:solidFill>
              </a:rPr>
              <a:t>使用者輸入的資訊預設格式為</a:t>
            </a:r>
            <a:r>
              <a:rPr lang="en-US" altLang="zh-TW" dirty="0">
                <a:solidFill>
                  <a:srgbClr val="FF0000"/>
                </a:solidFill>
              </a:rPr>
              <a:t>?</a:t>
            </a:r>
            <a:endParaRPr lang="zh-TW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801901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操作說明</a:t>
            </a:r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333" y="1930399"/>
            <a:ext cx="4905319" cy="4561859"/>
          </a:xfrm>
        </p:spPr>
      </p:pic>
      <p:sp>
        <p:nvSpPr>
          <p:cNvPr id="5" name="文字方塊 4"/>
          <p:cNvSpPr txBox="1"/>
          <p:nvPr/>
        </p:nvSpPr>
        <p:spPr>
          <a:xfrm>
            <a:off x="5752001" y="2528030"/>
            <a:ext cx="3288484" cy="369332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Index</a:t>
            </a:r>
            <a:r>
              <a:rPr lang="zh-TW" altLang="en-US" dirty="0">
                <a:solidFill>
                  <a:srgbClr val="FF0000"/>
                </a:solidFill>
              </a:rPr>
              <a:t>一樣是從</a:t>
            </a:r>
            <a:r>
              <a:rPr lang="en-US" altLang="zh-TW" dirty="0">
                <a:solidFill>
                  <a:srgbClr val="FF0000"/>
                </a:solidFill>
              </a:rPr>
              <a:t>0</a:t>
            </a:r>
            <a:r>
              <a:rPr lang="zh-TW" altLang="en-US" dirty="0">
                <a:solidFill>
                  <a:srgbClr val="FF0000"/>
                </a:solidFill>
              </a:rPr>
              <a:t>開始</a:t>
            </a:r>
          </a:p>
        </p:txBody>
      </p:sp>
      <p:sp>
        <p:nvSpPr>
          <p:cNvPr id="6" name="文字方塊 5"/>
          <p:cNvSpPr txBox="1"/>
          <p:nvPr/>
        </p:nvSpPr>
        <p:spPr>
          <a:xfrm>
            <a:off x="5752001" y="4894241"/>
            <a:ext cx="3288484" cy="369332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rgbClr val="FF0000"/>
                </a:solidFill>
              </a:rPr>
              <a:t>可用冒號來設定連續範圍</a:t>
            </a:r>
          </a:p>
        </p:txBody>
      </p:sp>
    </p:spTree>
    <p:extLst>
      <p:ext uri="{BB962C8B-B14F-4D97-AF65-F5344CB8AC3E}">
        <p14:creationId xmlns:p14="http://schemas.microsoft.com/office/powerpoint/2010/main" val="81971874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操作說明</a:t>
            </a:r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334" y="1930399"/>
            <a:ext cx="6401780" cy="4582695"/>
          </a:xfrm>
        </p:spPr>
      </p:pic>
      <p:sp>
        <p:nvSpPr>
          <p:cNvPr id="5" name="文字方塊 4"/>
          <p:cNvSpPr txBox="1"/>
          <p:nvPr/>
        </p:nvSpPr>
        <p:spPr>
          <a:xfrm>
            <a:off x="7227874" y="3530662"/>
            <a:ext cx="3728883" cy="369332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rgbClr val="FF0000"/>
                </a:solidFill>
              </a:rPr>
              <a:t>可使用大量內建函式快速進行應用</a:t>
            </a:r>
          </a:p>
        </p:txBody>
      </p:sp>
    </p:spTree>
    <p:extLst>
      <p:ext uri="{BB962C8B-B14F-4D97-AF65-F5344CB8AC3E}">
        <p14:creationId xmlns:p14="http://schemas.microsoft.com/office/powerpoint/2010/main" val="78754337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操作說明</a:t>
            </a:r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333" y="1930400"/>
            <a:ext cx="5871107" cy="2930358"/>
          </a:xfrm>
        </p:spPr>
      </p:pic>
      <p:sp>
        <p:nvSpPr>
          <p:cNvPr id="5" name="文字方塊 4"/>
          <p:cNvSpPr txBox="1"/>
          <p:nvPr/>
        </p:nvSpPr>
        <p:spPr>
          <a:xfrm>
            <a:off x="6682442" y="2680430"/>
            <a:ext cx="3728883" cy="369332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rgbClr val="FF0000"/>
                </a:solidFill>
              </a:rPr>
              <a:t>跳脫字元也可以使用</a:t>
            </a:r>
          </a:p>
        </p:txBody>
      </p:sp>
    </p:spTree>
    <p:extLst>
      <p:ext uri="{BB962C8B-B14F-4D97-AF65-F5344CB8AC3E}">
        <p14:creationId xmlns:p14="http://schemas.microsoft.com/office/powerpoint/2010/main" val="149410190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操作說明</a:t>
            </a:r>
          </a:p>
        </p:txBody>
      </p:sp>
      <p:sp>
        <p:nvSpPr>
          <p:cNvPr id="5" name="文字方塊 4"/>
          <p:cNvSpPr txBox="1"/>
          <p:nvPr/>
        </p:nvSpPr>
        <p:spPr>
          <a:xfrm>
            <a:off x="6639539" y="2680430"/>
            <a:ext cx="3728883" cy="369332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list</a:t>
            </a:r>
            <a:r>
              <a:rPr lang="zh-TW" altLang="en-US" dirty="0">
                <a:solidFill>
                  <a:srgbClr val="FF0000"/>
                </a:solidFill>
              </a:rPr>
              <a:t>使用方式</a:t>
            </a:r>
          </a:p>
        </p:txBody>
      </p:sp>
      <p:pic>
        <p:nvPicPr>
          <p:cNvPr id="7" name="內容版面配置區 6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334" y="1930400"/>
            <a:ext cx="5739508" cy="4837070"/>
          </a:xfrm>
        </p:spPr>
      </p:pic>
    </p:spTree>
    <p:extLst>
      <p:ext uri="{BB962C8B-B14F-4D97-AF65-F5344CB8AC3E}">
        <p14:creationId xmlns:p14="http://schemas.microsoft.com/office/powerpoint/2010/main" val="306373038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操作說明</a:t>
            </a:r>
          </a:p>
        </p:txBody>
      </p:sp>
      <p:pic>
        <p:nvPicPr>
          <p:cNvPr id="6" name="內容版面配置區 5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334" y="1930399"/>
            <a:ext cx="6245726" cy="3122863"/>
          </a:xfrm>
        </p:spPr>
      </p:pic>
      <p:sp>
        <p:nvSpPr>
          <p:cNvPr id="7" name="文字方塊 6"/>
          <p:cNvSpPr txBox="1"/>
          <p:nvPr/>
        </p:nvSpPr>
        <p:spPr>
          <a:xfrm>
            <a:off x="7136844" y="2578829"/>
            <a:ext cx="3728883" cy="92333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tuple</a:t>
            </a:r>
            <a:r>
              <a:rPr lang="zh-TW" altLang="en-US" dirty="0">
                <a:solidFill>
                  <a:srgbClr val="FF0000"/>
                </a:solidFill>
              </a:rPr>
              <a:t>使用方式</a:t>
            </a:r>
            <a:endParaRPr lang="en-US" altLang="zh-TW" dirty="0">
              <a:solidFill>
                <a:srgbClr val="FF0000"/>
              </a:solidFill>
            </a:endParaRPr>
          </a:p>
          <a:p>
            <a:r>
              <a:rPr lang="zh-TW" altLang="en-US" dirty="0">
                <a:solidFill>
                  <a:srgbClr val="FF0000"/>
                </a:solidFill>
              </a:rPr>
              <a:t>與</a:t>
            </a:r>
            <a:r>
              <a:rPr lang="en-US" altLang="zh-TW" dirty="0">
                <a:solidFill>
                  <a:srgbClr val="FF0000"/>
                </a:solidFill>
              </a:rPr>
              <a:t>list</a:t>
            </a:r>
            <a:r>
              <a:rPr lang="zh-TW" altLang="en-US" dirty="0">
                <a:solidFill>
                  <a:srgbClr val="FF0000"/>
                </a:solidFill>
              </a:rPr>
              <a:t>最大不同是</a:t>
            </a:r>
            <a:r>
              <a:rPr lang="en-US" altLang="zh-TW" dirty="0">
                <a:solidFill>
                  <a:srgbClr val="FF0000"/>
                </a:solidFill>
              </a:rPr>
              <a:t>?</a:t>
            </a:r>
          </a:p>
          <a:p>
            <a:r>
              <a:rPr lang="en-US" altLang="zh-TW" dirty="0">
                <a:solidFill>
                  <a:srgbClr val="FF0000"/>
                </a:solidFill>
              </a:rPr>
              <a:t>list</a:t>
            </a:r>
            <a:r>
              <a:rPr lang="zh-TW" altLang="en-US" dirty="0">
                <a:solidFill>
                  <a:srgbClr val="FF0000"/>
                </a:solidFill>
              </a:rPr>
              <a:t>也能混用資料類型嗎</a:t>
            </a:r>
            <a:r>
              <a:rPr lang="en-US" altLang="zh-TW" dirty="0">
                <a:solidFill>
                  <a:srgbClr val="FF0000"/>
                </a:solidFill>
              </a:rPr>
              <a:t>?</a:t>
            </a:r>
            <a:endParaRPr lang="zh-TW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168088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操作說明</a:t>
            </a:r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333" y="1930400"/>
            <a:ext cx="8500943" cy="3796632"/>
          </a:xfrm>
        </p:spPr>
      </p:pic>
      <p:sp>
        <p:nvSpPr>
          <p:cNvPr id="5" name="文字方塊 4"/>
          <p:cNvSpPr txBox="1"/>
          <p:nvPr/>
        </p:nvSpPr>
        <p:spPr>
          <a:xfrm>
            <a:off x="7409560" y="3066534"/>
            <a:ext cx="3728883" cy="369332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TW" dirty="0" err="1">
                <a:solidFill>
                  <a:srgbClr val="FF0000"/>
                </a:solidFill>
              </a:rPr>
              <a:t>dict</a:t>
            </a:r>
            <a:r>
              <a:rPr lang="zh-TW" altLang="en-US" dirty="0">
                <a:solidFill>
                  <a:srgbClr val="FF0000"/>
                </a:solidFill>
              </a:rPr>
              <a:t>使用方式</a:t>
            </a:r>
            <a:endParaRPr lang="en-US" altLang="zh-TW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011895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7014687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操作說明</a:t>
            </a:r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333" y="1930400"/>
            <a:ext cx="6778615" cy="3299326"/>
          </a:xfrm>
        </p:spPr>
      </p:pic>
      <p:sp>
        <p:nvSpPr>
          <p:cNvPr id="5" name="文字方塊 4"/>
          <p:cNvSpPr txBox="1"/>
          <p:nvPr/>
        </p:nvSpPr>
        <p:spPr>
          <a:xfrm>
            <a:off x="7409560" y="3066534"/>
            <a:ext cx="3728883" cy="646331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if-else</a:t>
            </a:r>
            <a:r>
              <a:rPr lang="zh-TW" altLang="en-US" dirty="0">
                <a:solidFill>
                  <a:srgbClr val="FF0000"/>
                </a:solidFill>
              </a:rPr>
              <a:t>使用方式</a:t>
            </a:r>
            <a:endParaRPr lang="en-US" altLang="zh-TW" dirty="0">
              <a:solidFill>
                <a:srgbClr val="FF0000"/>
              </a:solidFill>
            </a:endParaRPr>
          </a:p>
          <a:p>
            <a:r>
              <a:rPr lang="zh-TW" altLang="en-US" dirty="0">
                <a:solidFill>
                  <a:srgbClr val="FF0000"/>
                </a:solidFill>
              </a:rPr>
              <a:t>注意縮排方式</a:t>
            </a:r>
            <a:endParaRPr lang="en-US" altLang="zh-TW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908957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操作說明</a:t>
            </a:r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334" y="1930399"/>
            <a:ext cx="6760758" cy="3411621"/>
          </a:xfrm>
        </p:spPr>
      </p:pic>
      <p:sp>
        <p:nvSpPr>
          <p:cNvPr id="5" name="文字方塊 4"/>
          <p:cNvSpPr txBox="1"/>
          <p:nvPr/>
        </p:nvSpPr>
        <p:spPr>
          <a:xfrm>
            <a:off x="7409560" y="3066534"/>
            <a:ext cx="3728883" cy="646331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rgbClr val="FF0000"/>
                </a:solidFill>
              </a:rPr>
              <a:t>也有可能遇到兩種條件無法解決的問題</a:t>
            </a:r>
            <a:r>
              <a:rPr lang="en-US" altLang="zh-TW" dirty="0">
                <a:solidFill>
                  <a:srgbClr val="FF0000"/>
                </a:solidFill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29954487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操作說明</a:t>
            </a:r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334" y="1930399"/>
            <a:ext cx="5964098" cy="3428013"/>
          </a:xfrm>
        </p:spPr>
      </p:pic>
      <p:sp>
        <p:nvSpPr>
          <p:cNvPr id="5" name="文字方塊 4"/>
          <p:cNvSpPr txBox="1"/>
          <p:nvPr/>
        </p:nvSpPr>
        <p:spPr>
          <a:xfrm>
            <a:off x="6641432" y="3130702"/>
            <a:ext cx="3728883" cy="369332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rgbClr val="FF0000"/>
                </a:solidFill>
              </a:rPr>
              <a:t>就可以使用</a:t>
            </a:r>
            <a:r>
              <a:rPr lang="en-US" altLang="zh-TW" dirty="0">
                <a:solidFill>
                  <a:srgbClr val="FF0000"/>
                </a:solidFill>
              </a:rPr>
              <a:t>if-</a:t>
            </a:r>
            <a:r>
              <a:rPr lang="en-US" altLang="zh-TW" dirty="0" err="1">
                <a:solidFill>
                  <a:srgbClr val="FF0000"/>
                </a:solidFill>
              </a:rPr>
              <a:t>elif</a:t>
            </a:r>
            <a:r>
              <a:rPr lang="en-US" altLang="zh-TW" dirty="0">
                <a:solidFill>
                  <a:srgbClr val="FF0000"/>
                </a:solidFill>
              </a:rPr>
              <a:t>-else</a:t>
            </a:r>
            <a:r>
              <a:rPr lang="zh-TW" altLang="en-US" dirty="0">
                <a:solidFill>
                  <a:srgbClr val="FF0000"/>
                </a:solidFill>
              </a:rPr>
              <a:t>架構來實現</a:t>
            </a:r>
            <a:endParaRPr lang="en-US" altLang="zh-TW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620527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操作說明</a:t>
            </a:r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333" y="1930399"/>
            <a:ext cx="5521327" cy="4646863"/>
          </a:xfrm>
        </p:spPr>
      </p:pic>
      <p:sp>
        <p:nvSpPr>
          <p:cNvPr id="5" name="文字方塊 4"/>
          <p:cNvSpPr txBox="1"/>
          <p:nvPr/>
        </p:nvSpPr>
        <p:spPr>
          <a:xfrm>
            <a:off x="6384759" y="2521102"/>
            <a:ext cx="3728883" cy="646331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while</a:t>
            </a:r>
            <a:r>
              <a:rPr lang="zh-TW" altLang="en-US" dirty="0">
                <a:solidFill>
                  <a:srgbClr val="FF0000"/>
                </a:solidFill>
              </a:rPr>
              <a:t>迴圈的用法</a:t>
            </a:r>
            <a:endParaRPr lang="en-US" altLang="zh-TW" dirty="0">
              <a:solidFill>
                <a:srgbClr val="FF0000"/>
              </a:solidFill>
            </a:endParaRPr>
          </a:p>
          <a:p>
            <a:r>
              <a:rPr lang="zh-TW" altLang="en-US" dirty="0">
                <a:solidFill>
                  <a:srgbClr val="FF0000"/>
                </a:solidFill>
              </a:rPr>
              <a:t>注意縮排方式</a:t>
            </a:r>
            <a:endParaRPr lang="en-US" altLang="zh-TW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940823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操作說明</a:t>
            </a:r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334" y="1930400"/>
            <a:ext cx="5149918" cy="4101432"/>
          </a:xfrm>
        </p:spPr>
      </p:pic>
      <p:sp>
        <p:nvSpPr>
          <p:cNvPr id="5" name="文字方塊 4"/>
          <p:cNvSpPr txBox="1"/>
          <p:nvPr/>
        </p:nvSpPr>
        <p:spPr>
          <a:xfrm>
            <a:off x="5955589" y="2232343"/>
            <a:ext cx="3728883" cy="646331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for</a:t>
            </a:r>
            <a:r>
              <a:rPr lang="zh-TW" altLang="en-US" dirty="0">
                <a:solidFill>
                  <a:srgbClr val="FF0000"/>
                </a:solidFill>
              </a:rPr>
              <a:t>迴圈用法</a:t>
            </a:r>
            <a:endParaRPr lang="en-US" altLang="zh-TW" dirty="0">
              <a:solidFill>
                <a:srgbClr val="FF0000"/>
              </a:solidFill>
            </a:endParaRPr>
          </a:p>
          <a:p>
            <a:r>
              <a:rPr lang="zh-TW" altLang="en-US" dirty="0">
                <a:solidFill>
                  <a:srgbClr val="FF0000"/>
                </a:solidFill>
              </a:rPr>
              <a:t>注意縮排方式</a:t>
            </a:r>
            <a:endParaRPr lang="en-US" altLang="zh-TW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671582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操作說明</a:t>
            </a:r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333" y="1930399"/>
            <a:ext cx="6488584" cy="3395580"/>
          </a:xfrm>
        </p:spPr>
      </p:pic>
      <p:sp>
        <p:nvSpPr>
          <p:cNvPr id="5" name="文字方塊 4"/>
          <p:cNvSpPr txBox="1"/>
          <p:nvPr/>
        </p:nvSpPr>
        <p:spPr>
          <a:xfrm>
            <a:off x="7409560" y="2360680"/>
            <a:ext cx="3728883" cy="646331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for</a:t>
            </a:r>
            <a:r>
              <a:rPr lang="zh-TW" altLang="en-US" dirty="0">
                <a:solidFill>
                  <a:srgbClr val="FF0000"/>
                </a:solidFill>
              </a:rPr>
              <a:t>迴圈用法</a:t>
            </a:r>
            <a:endParaRPr lang="en-US" altLang="zh-TW" dirty="0">
              <a:solidFill>
                <a:srgbClr val="FF0000"/>
              </a:solidFill>
            </a:endParaRPr>
          </a:p>
          <a:p>
            <a:r>
              <a:rPr lang="zh-TW" altLang="en-US" dirty="0">
                <a:solidFill>
                  <a:srgbClr val="FF0000"/>
                </a:solidFill>
              </a:rPr>
              <a:t>可使用一字串長度做為條件式</a:t>
            </a:r>
            <a:endParaRPr lang="en-US" altLang="zh-TW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040410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操作說明</a:t>
            </a:r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333" y="1930399"/>
            <a:ext cx="5627214" cy="4559131"/>
          </a:xfrm>
        </p:spPr>
      </p:pic>
      <p:sp>
        <p:nvSpPr>
          <p:cNvPr id="5" name="文字方塊 4"/>
          <p:cNvSpPr txBox="1"/>
          <p:nvPr/>
        </p:nvSpPr>
        <p:spPr>
          <a:xfrm>
            <a:off x="6447033" y="2456933"/>
            <a:ext cx="3728883" cy="369332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rgbClr val="FF0000"/>
                </a:solidFill>
              </a:rPr>
              <a:t>函式定義及呼叫方法</a:t>
            </a:r>
            <a:endParaRPr lang="en-US" altLang="zh-TW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97717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操作說明</a:t>
            </a:r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333" y="1930400"/>
            <a:ext cx="8248641" cy="4518526"/>
          </a:xfrm>
        </p:spPr>
      </p:pic>
      <p:sp>
        <p:nvSpPr>
          <p:cNvPr id="5" name="文字方塊 4"/>
          <p:cNvSpPr txBox="1"/>
          <p:nvPr/>
        </p:nvSpPr>
        <p:spPr>
          <a:xfrm>
            <a:off x="6832043" y="1398154"/>
            <a:ext cx="3728883" cy="369332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rgbClr val="FF0000"/>
                </a:solidFill>
              </a:rPr>
              <a:t>現有函式庫的使用方法</a:t>
            </a:r>
            <a:endParaRPr lang="en-US" altLang="zh-TW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283134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1261358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習題</a:t>
            </a:r>
            <a:r>
              <a:rPr lang="en-US" altLang="zh-TW" dirty="0"/>
              <a:t>1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Select operation:</a:t>
            </a:r>
          </a:p>
          <a:p>
            <a:pPr lvl="1"/>
            <a:r>
              <a:rPr lang="en-US" altLang="zh-TW" dirty="0"/>
              <a:t>1. Add</a:t>
            </a:r>
          </a:p>
          <a:p>
            <a:pPr lvl="1"/>
            <a:r>
              <a:rPr lang="en-US" altLang="zh-TW" dirty="0"/>
              <a:t>2. Subtract</a:t>
            </a:r>
          </a:p>
          <a:p>
            <a:pPr lvl="1"/>
            <a:r>
              <a:rPr lang="en-US" altLang="zh-TW" dirty="0"/>
              <a:t>3. Multiply</a:t>
            </a:r>
          </a:p>
          <a:p>
            <a:pPr lvl="1"/>
            <a:r>
              <a:rPr lang="en-US" altLang="zh-TW" dirty="0"/>
              <a:t>4. Divide</a:t>
            </a:r>
          </a:p>
          <a:p>
            <a:r>
              <a:rPr lang="en-US" altLang="zh-TW" dirty="0"/>
              <a:t>Enter choice(1/2/3/4): 3</a:t>
            </a:r>
          </a:p>
          <a:p>
            <a:r>
              <a:rPr lang="en-US" altLang="zh-TW" dirty="0"/>
              <a:t>Enter first number: 15</a:t>
            </a:r>
          </a:p>
          <a:p>
            <a:r>
              <a:rPr lang="en-US" altLang="zh-TW" dirty="0"/>
              <a:t>Enter second number: 14</a:t>
            </a:r>
          </a:p>
          <a:p>
            <a:r>
              <a:rPr lang="en-US" altLang="zh-TW" dirty="0"/>
              <a:t>15 * 14 = 210</a:t>
            </a:r>
            <a:endParaRPr lang="zh-TW" altLang="en-US" dirty="0"/>
          </a:p>
        </p:txBody>
      </p:sp>
      <p:sp>
        <p:nvSpPr>
          <p:cNvPr id="5" name="文字方塊 4"/>
          <p:cNvSpPr txBox="1"/>
          <p:nvPr/>
        </p:nvSpPr>
        <p:spPr>
          <a:xfrm>
            <a:off x="6031943" y="2515754"/>
            <a:ext cx="1676957" cy="369332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rgbClr val="FF0000"/>
                </a:solidFill>
              </a:rPr>
              <a:t>使用</a:t>
            </a:r>
            <a:r>
              <a:rPr lang="en-US" altLang="zh-TW" dirty="0">
                <a:solidFill>
                  <a:srgbClr val="FF0000"/>
                </a:solidFill>
              </a:rPr>
              <a:t>input</a:t>
            </a:r>
            <a:r>
              <a:rPr lang="zh-TW" altLang="en-US" dirty="0">
                <a:solidFill>
                  <a:srgbClr val="FF0000"/>
                </a:solidFill>
              </a:rPr>
              <a:t>函式</a:t>
            </a:r>
            <a:endParaRPr lang="en-US" altLang="zh-TW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554375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習題</a:t>
            </a:r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強化版</a:t>
            </a:r>
            <a:r>
              <a:rPr lang="en-US" altLang="zh-TW" dirty="0"/>
              <a:t>99</a:t>
            </a:r>
            <a:r>
              <a:rPr lang="zh-TW" altLang="en-US" dirty="0"/>
              <a:t>乘法表</a:t>
            </a:r>
            <a:endParaRPr lang="en-US" altLang="zh-TW" dirty="0"/>
          </a:p>
          <a:p>
            <a:pPr lvl="1"/>
            <a:r>
              <a:rPr lang="zh-TW" altLang="en-US" dirty="0"/>
              <a:t>要求使用者以</a:t>
            </a:r>
            <a:r>
              <a:rPr lang="en-US" altLang="zh-TW" dirty="0"/>
              <a:t>input</a:t>
            </a:r>
            <a:r>
              <a:rPr lang="zh-TW" altLang="en-US" dirty="0"/>
              <a:t>輸入</a:t>
            </a:r>
            <a:r>
              <a:rPr lang="en-US" altLang="zh-TW" dirty="0"/>
              <a:t>x, y = 1~9</a:t>
            </a:r>
          </a:p>
          <a:p>
            <a:pPr lvl="1"/>
            <a:r>
              <a:rPr lang="zh-TW" altLang="en-US" dirty="0"/>
              <a:t>印出</a:t>
            </a:r>
            <a:r>
              <a:rPr lang="en-US" altLang="zh-TW" dirty="0" err="1"/>
              <a:t>xy</a:t>
            </a:r>
            <a:r>
              <a:rPr lang="zh-TW" altLang="en-US" dirty="0"/>
              <a:t>乘法表</a:t>
            </a:r>
            <a:endParaRPr lang="en-US" altLang="zh-TW" dirty="0"/>
          </a:p>
          <a:p>
            <a:pPr lvl="1"/>
            <a:r>
              <a:rPr lang="zh-TW" altLang="en-US" dirty="0"/>
              <a:t>簡單排版就可以了，不限定格式</a:t>
            </a:r>
            <a:endParaRPr lang="en-US" altLang="zh-TW" dirty="0"/>
          </a:p>
          <a:p>
            <a:pPr lvl="1"/>
            <a:r>
              <a:rPr lang="zh-TW" altLang="en-US" dirty="0"/>
              <a:t>若</a:t>
            </a:r>
            <a:r>
              <a:rPr lang="en-US" altLang="zh-TW" dirty="0"/>
              <a:t>x = 2</a:t>
            </a:r>
            <a:r>
              <a:rPr lang="zh-TW" altLang="en-US" dirty="0"/>
              <a:t>且</a:t>
            </a:r>
            <a:r>
              <a:rPr lang="en-US" altLang="zh-TW" dirty="0"/>
              <a:t>y = 2</a:t>
            </a:r>
            <a:r>
              <a:rPr lang="zh-TW" altLang="en-US" dirty="0"/>
              <a:t>的情況下：</a:t>
            </a:r>
            <a:endParaRPr lang="en-US" altLang="zh-TW" dirty="0"/>
          </a:p>
          <a:p>
            <a:pPr lvl="1"/>
            <a:r>
              <a:rPr lang="en-US" altLang="zh-TW" dirty="0"/>
              <a:t>1*1 = 1</a:t>
            </a:r>
            <a:r>
              <a:rPr lang="zh-TW" altLang="en-US" dirty="0"/>
              <a:t>、</a:t>
            </a:r>
            <a:r>
              <a:rPr lang="en-US" altLang="zh-TW" dirty="0"/>
              <a:t>1*2 = 2</a:t>
            </a:r>
          </a:p>
          <a:p>
            <a:pPr lvl="1"/>
            <a:r>
              <a:rPr lang="en-US" altLang="zh-TW" dirty="0"/>
              <a:t>2*1 = 2</a:t>
            </a:r>
            <a:r>
              <a:rPr lang="zh-TW" altLang="en-US" dirty="0"/>
              <a:t>、</a:t>
            </a:r>
            <a:r>
              <a:rPr lang="en-US" altLang="zh-TW" dirty="0"/>
              <a:t>2*2 = 4</a:t>
            </a:r>
          </a:p>
          <a:p>
            <a:pPr lvl="1"/>
            <a:r>
              <a:rPr lang="zh-TW" altLang="en-US" dirty="0"/>
              <a:t>若</a:t>
            </a:r>
            <a:r>
              <a:rPr lang="en-US" altLang="zh-TW" dirty="0"/>
              <a:t>x = 9</a:t>
            </a:r>
            <a:r>
              <a:rPr lang="zh-TW" altLang="en-US" dirty="0"/>
              <a:t>且</a:t>
            </a:r>
            <a:r>
              <a:rPr lang="en-US" altLang="zh-TW" dirty="0"/>
              <a:t>y = 9</a:t>
            </a:r>
            <a:r>
              <a:rPr lang="zh-TW" altLang="en-US" dirty="0"/>
              <a:t>的情況下：則為傳統的</a:t>
            </a:r>
            <a:r>
              <a:rPr lang="en-US" altLang="zh-TW" dirty="0"/>
              <a:t>99</a:t>
            </a:r>
            <a:r>
              <a:rPr lang="zh-TW" altLang="en-US" dirty="0"/>
              <a:t>乘法表</a:t>
            </a:r>
          </a:p>
        </p:txBody>
      </p:sp>
      <p:sp>
        <p:nvSpPr>
          <p:cNvPr id="4" name="文字方塊 3"/>
          <p:cNvSpPr txBox="1"/>
          <p:nvPr/>
        </p:nvSpPr>
        <p:spPr>
          <a:xfrm>
            <a:off x="6031943" y="2515754"/>
            <a:ext cx="1676957" cy="369332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rgbClr val="FF0000"/>
                </a:solidFill>
              </a:rPr>
              <a:t>使用</a:t>
            </a:r>
            <a:r>
              <a:rPr lang="en-US" altLang="zh-TW" dirty="0">
                <a:solidFill>
                  <a:srgbClr val="FF0000"/>
                </a:solidFill>
              </a:rPr>
              <a:t>input</a:t>
            </a:r>
            <a:r>
              <a:rPr lang="zh-TW" altLang="en-US" dirty="0">
                <a:solidFill>
                  <a:srgbClr val="FF0000"/>
                </a:solidFill>
              </a:rPr>
              <a:t>函式</a:t>
            </a:r>
            <a:endParaRPr lang="en-US" altLang="zh-TW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51896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2354483-1A24-6FA0-2515-93B39A4F1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8F68CD7-2689-7CEF-C44B-FE0C8F3A2C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0C6FD2D7-D201-E2F3-7551-330401D66B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808" y="1880971"/>
            <a:ext cx="10450383" cy="3096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240397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C0D4622-4FA7-9A38-ABFF-53F41E6AE7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AF938A3-2971-6859-D687-7349AD9F83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742B8C40-E766-32C6-C32D-A4188CD3A4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4576" y="2757394"/>
            <a:ext cx="3562847" cy="1343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147058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090" y="1808956"/>
            <a:ext cx="5557837" cy="3240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18698315"/>
      </p:ext>
    </p:extLst>
  </p:cSld>
  <p:clrMapOvr>
    <a:masterClrMapping/>
  </p:clrMapOvr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多面向">
  <a:themeElements>
    <a:clrScheme name="多面向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多面向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多面向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電路">
  <a:themeElements>
    <a:clrScheme name="電路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電路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電路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142578CA-DEC9-49C3-80AF-C113973CC9A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1277</TotalTime>
  <Words>1229</Words>
  <Application>Microsoft Office PowerPoint</Application>
  <PresentationFormat>寬螢幕</PresentationFormat>
  <Paragraphs>140</Paragraphs>
  <Slides>48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2</vt:i4>
      </vt:variant>
      <vt:variant>
        <vt:lpstr>投影片標題</vt:lpstr>
      </vt:variant>
      <vt:variant>
        <vt:i4>48</vt:i4>
      </vt:variant>
    </vt:vector>
  </HeadingPairs>
  <TitlesOfParts>
    <vt:vector size="55" baseType="lpstr">
      <vt:lpstr>微軟正黑體</vt:lpstr>
      <vt:lpstr>Arial</vt:lpstr>
      <vt:lpstr>Trebuchet MS</vt:lpstr>
      <vt:lpstr>Tw Cen MT</vt:lpstr>
      <vt:lpstr>Wingdings 3</vt:lpstr>
      <vt:lpstr>多面向</vt:lpstr>
      <vt:lpstr>電路</vt:lpstr>
      <vt:lpstr>人工智慧導論</vt:lpstr>
      <vt:lpstr>登入帳號</vt:lpstr>
      <vt:lpstr>Google Colab 操作說明</vt:lpstr>
      <vt:lpstr>Google Colab 操作說明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操作說明</vt:lpstr>
      <vt:lpstr>操作說明</vt:lpstr>
      <vt:lpstr>操作說明</vt:lpstr>
      <vt:lpstr>操作說明</vt:lpstr>
      <vt:lpstr>操作說明</vt:lpstr>
      <vt:lpstr>操作說明</vt:lpstr>
      <vt:lpstr>操作說明</vt:lpstr>
      <vt:lpstr>操作說明</vt:lpstr>
      <vt:lpstr>操作說明</vt:lpstr>
      <vt:lpstr>PowerPoint 簡報</vt:lpstr>
      <vt:lpstr>操作說明</vt:lpstr>
      <vt:lpstr>操作說明</vt:lpstr>
      <vt:lpstr>操作說明</vt:lpstr>
      <vt:lpstr>操作說明</vt:lpstr>
      <vt:lpstr>操作說明</vt:lpstr>
      <vt:lpstr>操作說明</vt:lpstr>
      <vt:lpstr>操作說明</vt:lpstr>
      <vt:lpstr>操作說明</vt:lpstr>
      <vt:lpstr>PowerPoint 簡報</vt:lpstr>
      <vt:lpstr>習題1</vt:lpstr>
      <vt:lpstr>習題2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人工智慧與深度學習</dc:title>
  <dc:creator>Ray</dc:creator>
  <cp:lastModifiedBy>張哲誠</cp:lastModifiedBy>
  <cp:revision>53</cp:revision>
  <dcterms:created xsi:type="dcterms:W3CDTF">2018-09-25T15:01:53Z</dcterms:created>
  <dcterms:modified xsi:type="dcterms:W3CDTF">2026-03-05T16:07:46Z</dcterms:modified>
</cp:coreProperties>
</file>