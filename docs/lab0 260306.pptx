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6"/>
  </p:notesMasterIdLst>
  <p:sldIdLst>
    <p:sldId id="256" r:id="rId2"/>
    <p:sldId id="276" r:id="rId3"/>
    <p:sldId id="275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5" r:id="rId12"/>
    <p:sldId id="257" r:id="rId13"/>
    <p:sldId id="284" r:id="rId14"/>
    <p:sldId id="274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D01BDE-A97C-488D-8490-B124CF2C3EDF}" v="10" dt="2026-03-05T15:28:58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11" autoAdjust="0"/>
  </p:normalViewPr>
  <p:slideViewPr>
    <p:cSldViewPr snapToGrid="0">
      <p:cViewPr>
        <p:scale>
          <a:sx n="50" d="100"/>
          <a:sy n="50" d="100"/>
        </p:scale>
        <p:origin x="2874" y="114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張哲誠" userId="5d6e92af-707e-44d9-a48f-9a80309f0b3d" providerId="ADAL" clId="{87957148-FB1E-4665-A019-A686AD00C742}"/>
    <pc:docChg chg="addSld delSld modSld">
      <pc:chgData name="張哲誠" userId="5d6e92af-707e-44d9-a48f-9a80309f0b3d" providerId="ADAL" clId="{87957148-FB1E-4665-A019-A686AD00C742}" dt="2026-03-05T15:29:06.631" v="60" actId="680"/>
      <pc:docMkLst>
        <pc:docMk/>
      </pc:docMkLst>
      <pc:sldChg chg="modSp mod">
        <pc:chgData name="張哲誠" userId="5d6e92af-707e-44d9-a48f-9a80309f0b3d" providerId="ADAL" clId="{87957148-FB1E-4665-A019-A686AD00C742}" dt="2026-03-05T15:28:49.461" v="57"/>
        <pc:sldMkLst>
          <pc:docMk/>
          <pc:sldMk cId="1852365184" sldId="257"/>
        </pc:sldMkLst>
        <pc:spChg chg="mod">
          <ac:chgData name="張哲誠" userId="5d6e92af-707e-44d9-a48f-9a80309f0b3d" providerId="ADAL" clId="{87957148-FB1E-4665-A019-A686AD00C742}" dt="2026-03-05T15:28:49.461" v="57"/>
          <ac:spMkLst>
            <pc:docMk/>
            <pc:sldMk cId="1852365184" sldId="257"/>
            <ac:spMk id="3" creationId="{00000000-0000-0000-0000-000000000000}"/>
          </ac:spMkLst>
        </pc:spChg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1863179936" sldId="258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2312356848" sldId="259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4137392488" sldId="260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668296790" sldId="261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3297015247" sldId="262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3591396829" sldId="263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3392885461" sldId="264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1261616297" sldId="265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3491911428" sldId="266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673661568" sldId="267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97154775" sldId="268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2926527557" sldId="269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385202703" sldId="270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3215809782" sldId="271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994864050" sldId="272"/>
        </pc:sldMkLst>
      </pc:sldChg>
      <pc:sldChg chg="del">
        <pc:chgData name="張哲誠" userId="5d6e92af-707e-44d9-a48f-9a80309f0b3d" providerId="ADAL" clId="{87957148-FB1E-4665-A019-A686AD00C742}" dt="2026-03-05T15:23:22.408" v="2" actId="47"/>
        <pc:sldMkLst>
          <pc:docMk/>
          <pc:sldMk cId="3516863676" sldId="273"/>
        </pc:sldMkLst>
      </pc:sldChg>
      <pc:sldChg chg="modSp add mod">
        <pc:chgData name="張哲誠" userId="5d6e92af-707e-44d9-a48f-9a80309f0b3d" providerId="ADAL" clId="{87957148-FB1E-4665-A019-A686AD00C742}" dt="2026-03-05T15:29:01.959" v="59" actId="207"/>
        <pc:sldMkLst>
          <pc:docMk/>
          <pc:sldMk cId="4269745428" sldId="284"/>
        </pc:sldMkLst>
        <pc:spChg chg="mod">
          <ac:chgData name="張哲誠" userId="5d6e92af-707e-44d9-a48f-9a80309f0b3d" providerId="ADAL" clId="{87957148-FB1E-4665-A019-A686AD00C742}" dt="2026-03-05T15:29:01.959" v="59" actId="207"/>
          <ac:spMkLst>
            <pc:docMk/>
            <pc:sldMk cId="4269745428" sldId="284"/>
            <ac:spMk id="3" creationId="{C8A3FCDC-BC4C-F39A-02D0-DC47547E3066}"/>
          </ac:spMkLst>
        </pc:spChg>
      </pc:sldChg>
      <pc:sldChg chg="new">
        <pc:chgData name="張哲誠" userId="5d6e92af-707e-44d9-a48f-9a80309f0b3d" providerId="ADAL" clId="{87957148-FB1E-4665-A019-A686AD00C742}" dt="2026-03-05T15:29:06.631" v="60" actId="680"/>
        <pc:sldMkLst>
          <pc:docMk/>
          <pc:sldMk cId="3579425092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1D4BF-39F1-4526-B965-87731C1DA1A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05A5C-A19F-4E6B-931A-393AD2696B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6925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zh/photos/pets-cute-cat-dog-cute-wallpaper-3715733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zh1yong/70414316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zh/illustrations/car-automobile-3d-self-driving-4343633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hlinkClick r:id="rId3"/>
              </a:rPr>
              <a:t>https://pixabay.com/zh/photos/pets-cute-cat-dog-cute-wallpaper-3715733/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4DA1C-903D-4734-9FD4-63059C5936E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699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hlinkClick r:id="rId3"/>
              </a:rPr>
              <a:t>https://www.flickr.com/photos/zh1yong/70414316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4DA1C-903D-4734-9FD4-63059C5936E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1063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hlinkClick r:id="rId3"/>
              </a:rPr>
              <a:t>https://pixabay.com/zh/illustrations/car-automobile-3d-self-driving-4343633/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4DA1C-903D-4734-9FD4-63059C5936E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1158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F91F-0D31-4158-AA05-F78B26A6C582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30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F9EF6-B90C-484B-9DD7-D919991FC109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211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2385A-84DB-49E1-9B87-C1B6A1A984B3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731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6DA3-7AC0-45D6-BC84-D77DFB7DC4B9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8559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97A46-491A-4A94-A084-C78C8AEAAEB5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119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36733-C4A4-410C-9593-C1EF3D115551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9611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C3EF-EE97-4760-9F3E-64A10BDFE8B6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9965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428D-8569-4348-B667-09D98B1836F6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3823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11BA7-1E29-440D-9C17-2CE47F813C23}" type="datetime1">
              <a:rPr lang="zh-TW" altLang="en-US" smtClean="0"/>
              <a:t>2026/3/5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587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405D-ADEB-43DF-839E-7B1AD4EB745F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374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A3D8-9369-4B65-87FA-9D4096B41EFC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6103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CC066-7463-4A0E-BFB9-57E22A47700C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4042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010CB-66F4-4553-B30B-122CBA96F201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3189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BE9FA-92B3-43E8-8979-BE8AF56EC8EF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409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026E4-E0C1-4E99-8473-F93CC42195FD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60887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56346-7C7D-4DC0-9495-EA78A47BB935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819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EBAD3-65B6-41C5-93BD-AEF974242E5C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08AE446-B198-4B1C-BE7D-1D0123623B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4984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logs.nvidia.com/wp-content/uploads/2016/07/Deep_Learning_Icons_R5_PNG.jpg.p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人工智慧導論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567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 to Artificial Intelligence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677334" y="2160589"/>
            <a:ext cx="8596668" cy="4621211"/>
          </a:xfrm>
        </p:spPr>
        <p:txBody>
          <a:bodyPr/>
          <a:lstStyle/>
          <a:p>
            <a:pPr algn="just"/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AlphaGo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Google DeepMind’s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AlphaGo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defeated South Korean Master Lee Se-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board game Go, the terms, Artificial Intelligence (AI), Machine Learning (ML) and Deep Learning (DL), were used to describe how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AlphaGo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won</a:t>
            </a:r>
          </a:p>
          <a:p>
            <a:pPr lvl="1" algn="just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all three are part of the reason, they are not the same things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41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's the difference between Artificial Intelligence (AI), Machine Learning, and Deep Learning? 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956" y="3573468"/>
            <a:ext cx="5040000" cy="32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difference between AI, ML and DL?</a:t>
            </a:r>
          </a:p>
          <a:p>
            <a:pPr lvl="1" algn="just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regard them as</a:t>
            </a:r>
          </a:p>
          <a:p>
            <a:pPr lvl="2" algn="just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AI: human intelligence exhibited by machines</a:t>
            </a:r>
          </a:p>
          <a:p>
            <a:pPr lvl="2" algn="just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ML: an approach to achieve AI</a:t>
            </a:r>
          </a:p>
          <a:p>
            <a:pPr lvl="2" algn="just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DL: a technique for implementing ML</a:t>
            </a:r>
          </a:p>
          <a:p>
            <a:pPr lvl="1" algn="just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 to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89230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機器學習演算法的分類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常見的機器學習演算法分類類別：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監督式學習（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Supervised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非監督式學習（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Unsupervised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半監督式學習（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Semi-supervised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增強學習（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Reinforcement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595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機器學習演算法的分類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監督式學習（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Supervised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所有資料都有答案，提供機器學習輸出時判斷使用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提供一些動物照片並且事先標記（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label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）哪些是狗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哪些是貓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因為已經標記了答案，接下來就是把照片內的特徵（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feature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）取出來，將來預測時只要比對已知的特徵就可以辨識貓</a:t>
            </a:r>
          </a:p>
          <a:p>
            <a:pPr lvl="2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四隻腳、尖耳朵、長鬍子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220" y="175933"/>
            <a:ext cx="3548380" cy="236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4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機器學習演算法的分類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非監督式學習（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Unsupervised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所有資料都沒有答案，無法提供機器學習輸出時判斷使用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提供一些動物照片但並沒有事先標記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接下來就是把照片內的特徵取出來，由於並沒有標記的資訊，所以將來預測時只會知道是哪一類的動物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是不是同一類的動物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無法知道這是什麼動物</a:t>
            </a:r>
          </a:p>
        </p:txBody>
      </p:sp>
    </p:spTree>
    <p:extLst>
      <p:ext uri="{BB962C8B-B14F-4D97-AF65-F5344CB8AC3E}">
        <p14:creationId xmlns:p14="http://schemas.microsoft.com/office/powerpoint/2010/main" val="98293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機器學習演算法的分類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半監督式學習（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Semi-supervised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少部分資料有答案，大部分資料沒有答案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監督式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非監督式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10000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張圖片，其中只有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張標記哪些是貓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哪些是狗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將有標記的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張圖片的特徵取出來，就能知道貓、狗對應的特徵（監督式）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利用特徵將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10000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張圖片分成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兩類（非監督式）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比對貓、狗與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類的特徵，用來確認分類</a:t>
            </a:r>
          </a:p>
          <a:p>
            <a:pPr lvl="1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329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機器學習演算法的分類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增強學習（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Reinforcement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上述討論的學習方法，對於單次決策的輸出資訊都有明確的答案，但增強學習卻不是如此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增強學習是連續多次的決策，用來達成一個最終的目標（某個參數達到特定值）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例如：象棋程式、自動駕駛系統</a:t>
            </a:r>
          </a:p>
        </p:txBody>
      </p:sp>
    </p:spTree>
    <p:extLst>
      <p:ext uri="{BB962C8B-B14F-4D97-AF65-F5344CB8AC3E}">
        <p14:creationId xmlns:p14="http://schemas.microsoft.com/office/powerpoint/2010/main" val="97871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機器學習演算法的分類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增強學習（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Reinforcement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象棋程式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假設現在有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兩隻象棋程式，雙方的最終目標當然都是贏得棋局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如果我們設計一個參數來判斷棋局，當有一方達到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分時，就表示一定會贏得該棋局（即對手確定輸了，沒有辦法再掙扎了）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一開始雙方都是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分，此時若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先走一步，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當然會希望它走的這一步能最大化它的分數（同時減少對手的分數）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競爭關係的增強學習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 descr="「象棋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175" y="618518"/>
            <a:ext cx="3603625" cy="230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06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機器學習演算法的分類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增強學習（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Reinforcement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自動駕駛系統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假設現在有兩台自動駕駛車輛，雙方的最終目標當然都是安全到達目的地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如果我們設計一個參數來定義行車的安全性，當達到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分時，就表示處於絕對安全的行車環境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雙方為了增加各自的安全性，一定會進行最安全的駕駛方式，也不會想要減少對方的分數（撞擊對方來讓對方扣分嗎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這樣子自己也會扣分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互助合作關係的增強學習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0" y="368300"/>
            <a:ext cx="4312356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4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EBDA98-B279-302E-DFD7-34ACF6F7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EA7B15-222A-DAB9-8D88-A482ACFA0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9425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軟體安裝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697411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整合式平台</a:t>
            </a:r>
            <a:endParaRPr lang="en-US" altLang="zh-TW" sz="2400" dirty="0"/>
          </a:p>
          <a:p>
            <a:pPr lvl="1"/>
            <a:r>
              <a:rPr lang="en-US" altLang="zh-TW" sz="2000" dirty="0"/>
              <a:t>Anaconda</a:t>
            </a:r>
          </a:p>
          <a:p>
            <a:r>
              <a:rPr lang="zh-TW" altLang="en-US" sz="2400" dirty="0"/>
              <a:t>本地</a:t>
            </a:r>
            <a:r>
              <a:rPr lang="en-US" altLang="zh-TW" sz="2400" dirty="0"/>
              <a:t>IDE</a:t>
            </a:r>
          </a:p>
          <a:p>
            <a:pPr lvl="1"/>
            <a:r>
              <a:rPr lang="en-US" altLang="zh-TW" sz="2000" dirty="0"/>
              <a:t>VS Code</a:t>
            </a:r>
          </a:p>
          <a:p>
            <a:pPr lvl="1"/>
            <a:r>
              <a:rPr lang="en-US" altLang="zh-TW" sz="2000" dirty="0"/>
              <a:t>PyCharm</a:t>
            </a:r>
          </a:p>
          <a:p>
            <a:pPr lvl="1"/>
            <a:r>
              <a:rPr lang="en-US" altLang="zh-TW" sz="2000" dirty="0"/>
              <a:t>Spyder</a:t>
            </a:r>
          </a:p>
          <a:p>
            <a:r>
              <a:rPr lang="zh-TW" altLang="en-US" sz="2400" dirty="0"/>
              <a:t>雲端環境</a:t>
            </a:r>
            <a:endParaRPr lang="en-US" altLang="zh-TW" sz="2400" dirty="0"/>
          </a:p>
          <a:p>
            <a:pPr lvl="1"/>
            <a:r>
              <a:rPr lang="en-US" altLang="zh-TW" sz="2000" dirty="0"/>
              <a:t>Google </a:t>
            </a:r>
            <a:r>
              <a:rPr lang="en-US" altLang="zh-TW" sz="2000" dirty="0" err="1"/>
              <a:t>Colab</a:t>
            </a:r>
            <a:endParaRPr lang="en-US" altLang="zh-TW" sz="2000" dirty="0"/>
          </a:p>
          <a:p>
            <a:pPr lvl="1"/>
            <a:r>
              <a:rPr lang="en-US" altLang="zh-TW" sz="2000" dirty="0"/>
              <a:t>NVIDIA DLI </a:t>
            </a:r>
            <a:r>
              <a:rPr lang="en-US" altLang="zh-TW" sz="2000" dirty="0" err="1"/>
              <a:t>JupyterLab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852365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8D17E-7637-C13F-93F8-1FBAA7F75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FDA91E-3C64-B49B-2F69-C52FB726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軟體安裝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A3FCDC-BC4C-F39A-02D0-DC47547E3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697411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整合式平台</a:t>
            </a:r>
            <a:endParaRPr lang="en-US" altLang="zh-TW" sz="2400" dirty="0"/>
          </a:p>
          <a:p>
            <a:pPr lvl="1"/>
            <a:r>
              <a:rPr lang="en-US" altLang="zh-TW" sz="2000" dirty="0"/>
              <a:t>Anaconda</a:t>
            </a:r>
          </a:p>
          <a:p>
            <a:r>
              <a:rPr lang="zh-TW" altLang="en-US" sz="2400" dirty="0"/>
              <a:t>本地</a:t>
            </a:r>
            <a:r>
              <a:rPr lang="en-US" altLang="zh-TW" sz="2400" dirty="0"/>
              <a:t>IDE</a:t>
            </a:r>
          </a:p>
          <a:p>
            <a:pPr lvl="1"/>
            <a:r>
              <a:rPr lang="en-US" altLang="zh-TW" sz="2000" dirty="0"/>
              <a:t>VS Code</a:t>
            </a:r>
          </a:p>
          <a:p>
            <a:pPr lvl="1"/>
            <a:r>
              <a:rPr lang="en-US" altLang="zh-TW" sz="2000" dirty="0"/>
              <a:t>PyCharm</a:t>
            </a:r>
          </a:p>
          <a:p>
            <a:pPr lvl="1"/>
            <a:r>
              <a:rPr lang="en-US" altLang="zh-TW" sz="2000" dirty="0"/>
              <a:t>Spyder</a:t>
            </a:r>
          </a:p>
          <a:p>
            <a:r>
              <a:rPr lang="zh-TW" altLang="en-US" sz="2400" dirty="0"/>
              <a:t>雲端環境</a:t>
            </a:r>
            <a:endParaRPr lang="en-US" altLang="zh-TW" sz="2400" dirty="0"/>
          </a:p>
          <a:p>
            <a:pPr lvl="1"/>
            <a:r>
              <a:rPr lang="en-US" altLang="zh-TW" sz="2000" dirty="0">
                <a:solidFill>
                  <a:srgbClr val="FF0000"/>
                </a:solidFill>
              </a:rPr>
              <a:t>Google </a:t>
            </a:r>
            <a:r>
              <a:rPr lang="en-US" altLang="zh-TW" sz="2000" dirty="0" err="1">
                <a:solidFill>
                  <a:srgbClr val="FF0000"/>
                </a:solidFill>
              </a:rPr>
              <a:t>Colab</a:t>
            </a:r>
            <a:endParaRPr lang="en-US" altLang="zh-TW" sz="20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NVIDIA DLI </a:t>
            </a:r>
            <a:r>
              <a:rPr lang="en-US" altLang="zh-TW" sz="2000" dirty="0" err="1"/>
              <a:t>JupyterLab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4269745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090" y="1808956"/>
            <a:ext cx="5557837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5141474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</TotalTime>
  <Words>766</Words>
  <Application>Microsoft Office PowerPoint</Application>
  <PresentationFormat>寬螢幕</PresentationFormat>
  <Paragraphs>81</Paragraphs>
  <Slides>14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微軟正黑體</vt:lpstr>
      <vt:lpstr>Arial</vt:lpstr>
      <vt:lpstr>Calibri</vt:lpstr>
      <vt:lpstr>Times New Roman</vt:lpstr>
      <vt:lpstr>Trebuchet MS</vt:lpstr>
      <vt:lpstr>Wingdings 3</vt:lpstr>
      <vt:lpstr>多面向</vt:lpstr>
      <vt:lpstr>人工智慧導論</vt:lpstr>
      <vt:lpstr>Introduction to Artificial Intelligence</vt:lpstr>
      <vt:lpstr>Introduction to Artificial Intelligence</vt:lpstr>
      <vt:lpstr>機器學習演算法的分類</vt:lpstr>
      <vt:lpstr>機器學習演算法的分類</vt:lpstr>
      <vt:lpstr>機器學習演算法的分類</vt:lpstr>
      <vt:lpstr>機器學習演算法的分類</vt:lpstr>
      <vt:lpstr>機器學習演算法的分類</vt:lpstr>
      <vt:lpstr>機器學習演算法的分類</vt:lpstr>
      <vt:lpstr>機器學習演算法的分類</vt:lpstr>
      <vt:lpstr>PowerPoint 簡報</vt:lpstr>
      <vt:lpstr>軟體安裝</vt:lpstr>
      <vt:lpstr>軟體安裝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人工智慧概論與實務</dc:title>
  <dc:creator>Ray</dc:creator>
  <cp:lastModifiedBy>張哲誠</cp:lastModifiedBy>
  <cp:revision>6</cp:revision>
  <dcterms:created xsi:type="dcterms:W3CDTF">2020-03-03T02:32:27Z</dcterms:created>
  <dcterms:modified xsi:type="dcterms:W3CDTF">2026-03-05T15:29:09Z</dcterms:modified>
</cp:coreProperties>
</file>