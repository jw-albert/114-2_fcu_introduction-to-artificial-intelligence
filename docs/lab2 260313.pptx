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sldIdLst>
    <p:sldId id="256" r:id="rId2"/>
    <p:sldId id="317" r:id="rId3"/>
    <p:sldId id="318" r:id="rId4"/>
    <p:sldId id="319" r:id="rId5"/>
    <p:sldId id="320" r:id="rId6"/>
    <p:sldId id="321" r:id="rId7"/>
    <p:sldId id="322" r:id="rId8"/>
    <p:sldId id="334" r:id="rId9"/>
    <p:sldId id="323" r:id="rId10"/>
    <p:sldId id="324" r:id="rId11"/>
    <p:sldId id="326" r:id="rId12"/>
    <p:sldId id="327" r:id="rId13"/>
    <p:sldId id="329" r:id="rId14"/>
    <p:sldId id="340" r:id="rId15"/>
    <p:sldId id="330" r:id="rId16"/>
    <p:sldId id="336" r:id="rId17"/>
    <p:sldId id="337" r:id="rId18"/>
    <p:sldId id="338" r:id="rId19"/>
    <p:sldId id="339" r:id="rId20"/>
    <p:sldId id="332" r:id="rId21"/>
    <p:sldId id="341" r:id="rId22"/>
    <p:sldId id="342" r:id="rId23"/>
    <p:sldId id="343" r:id="rId24"/>
    <p:sldId id="259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722CB9-6F27-4D17-9323-95544B0326B5}" v="70" dt="2026-03-12T15:26:59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哲誠" userId="5d6e92af-707e-44d9-a48f-9a80309f0b3d" providerId="ADAL" clId="{87957148-FB1E-4665-A019-A686AD00C742}"/>
    <pc:docChg chg="custSel addSld delSld modSld">
      <pc:chgData name="張哲誠" userId="5d6e92af-707e-44d9-a48f-9a80309f0b3d" providerId="ADAL" clId="{87957148-FB1E-4665-A019-A686AD00C742}" dt="2026-03-12T15:28:18.688" v="293" actId="14100"/>
      <pc:docMkLst>
        <pc:docMk/>
      </pc:docMkLst>
      <pc:sldChg chg="addSp modSp mod">
        <pc:chgData name="張哲誠" userId="5d6e92af-707e-44d9-a48f-9a80309f0b3d" providerId="ADAL" clId="{87957148-FB1E-4665-A019-A686AD00C742}" dt="2026-03-12T15:06:07.788" v="2" actId="1076"/>
        <pc:sldMkLst>
          <pc:docMk/>
          <pc:sldMk cId="2770769699" sldId="324"/>
        </pc:sldMkLst>
        <pc:picChg chg="add mod">
          <ac:chgData name="張哲誠" userId="5d6e92af-707e-44d9-a48f-9a80309f0b3d" providerId="ADAL" clId="{87957148-FB1E-4665-A019-A686AD00C742}" dt="2026-03-12T15:06:07.788" v="2" actId="1076"/>
          <ac:picMkLst>
            <pc:docMk/>
            <pc:sldMk cId="2770769699" sldId="324"/>
            <ac:picMk id="3" creationId="{AF814DCE-4A54-2CD1-F55D-2AD997525497}"/>
          </ac:picMkLst>
        </pc:picChg>
        <pc:picChg chg="mod modCrop">
          <ac:chgData name="張哲誠" userId="5d6e92af-707e-44d9-a48f-9a80309f0b3d" providerId="ADAL" clId="{87957148-FB1E-4665-A019-A686AD00C742}" dt="2026-03-12T15:06:00.717" v="0" actId="732"/>
          <ac:picMkLst>
            <pc:docMk/>
            <pc:sldMk cId="2770769699" sldId="324"/>
            <ac:picMk id="7" creationId="{00000000-0000-0000-0000-000000000000}"/>
          </ac:picMkLst>
        </pc:picChg>
      </pc:sldChg>
      <pc:sldChg chg="del">
        <pc:chgData name="張哲誠" userId="5d6e92af-707e-44d9-a48f-9a80309f0b3d" providerId="ADAL" clId="{87957148-FB1E-4665-A019-A686AD00C742}" dt="2026-03-12T15:06:12.309" v="3" actId="47"/>
        <pc:sldMkLst>
          <pc:docMk/>
          <pc:sldMk cId="1897772647" sldId="325"/>
        </pc:sldMkLst>
      </pc:sldChg>
      <pc:sldChg chg="modSp mod">
        <pc:chgData name="張哲誠" userId="5d6e92af-707e-44d9-a48f-9a80309f0b3d" providerId="ADAL" clId="{87957148-FB1E-4665-A019-A686AD00C742}" dt="2026-03-12T15:23:46.061" v="127" actId="6549"/>
        <pc:sldMkLst>
          <pc:docMk/>
          <pc:sldMk cId="3715241222" sldId="332"/>
        </pc:sldMkLst>
        <pc:spChg chg="mod">
          <ac:chgData name="張哲誠" userId="5d6e92af-707e-44d9-a48f-9a80309f0b3d" providerId="ADAL" clId="{87957148-FB1E-4665-A019-A686AD00C742}" dt="2026-03-12T15:23:46.061" v="127" actId="6549"/>
          <ac:spMkLst>
            <pc:docMk/>
            <pc:sldMk cId="3715241222" sldId="332"/>
            <ac:spMk id="3" creationId="{00000000-0000-0000-0000-000000000000}"/>
          </ac:spMkLst>
        </pc:spChg>
        <pc:picChg chg="mod">
          <ac:chgData name="張哲誠" userId="5d6e92af-707e-44d9-a48f-9a80309f0b3d" providerId="ADAL" clId="{87957148-FB1E-4665-A019-A686AD00C742}" dt="2026-03-12T15:17:51.253" v="14" actId="1076"/>
          <ac:picMkLst>
            <pc:docMk/>
            <pc:sldMk cId="3715241222" sldId="332"/>
            <ac:picMk id="5" creationId="{00000000-0000-0000-0000-000000000000}"/>
          </ac:picMkLst>
        </pc:picChg>
      </pc:sldChg>
      <pc:sldChg chg="del">
        <pc:chgData name="張哲誠" userId="5d6e92af-707e-44d9-a48f-9a80309f0b3d" providerId="ADAL" clId="{87957148-FB1E-4665-A019-A686AD00C742}" dt="2026-03-12T15:18:30.480" v="23" actId="47"/>
        <pc:sldMkLst>
          <pc:docMk/>
          <pc:sldMk cId="1119716787" sldId="333"/>
        </pc:sldMkLst>
      </pc:sldChg>
      <pc:sldChg chg="del">
        <pc:chgData name="張哲誠" userId="5d6e92af-707e-44d9-a48f-9a80309f0b3d" providerId="ADAL" clId="{87957148-FB1E-4665-A019-A686AD00C742}" dt="2026-03-12T15:15:50.373" v="10" actId="47"/>
        <pc:sldMkLst>
          <pc:docMk/>
          <pc:sldMk cId="316388004" sldId="335"/>
        </pc:sldMkLst>
      </pc:sldChg>
      <pc:sldChg chg="addSp modSp add mod">
        <pc:chgData name="張哲誠" userId="5d6e92af-707e-44d9-a48f-9a80309f0b3d" providerId="ADAL" clId="{87957148-FB1E-4665-A019-A686AD00C742}" dt="2026-03-12T15:15:28.425" v="9" actId="1076"/>
        <pc:sldMkLst>
          <pc:docMk/>
          <pc:sldMk cId="384546096" sldId="340"/>
        </pc:sldMkLst>
        <pc:spChg chg="add mod">
          <ac:chgData name="張哲誠" userId="5d6e92af-707e-44d9-a48f-9a80309f0b3d" providerId="ADAL" clId="{87957148-FB1E-4665-A019-A686AD00C742}" dt="2026-03-12T15:15:28.425" v="9" actId="1076"/>
          <ac:spMkLst>
            <pc:docMk/>
            <pc:sldMk cId="384546096" sldId="340"/>
            <ac:spMk id="4" creationId="{E265EE8B-F0D9-061A-DFA6-366636F42874}"/>
          </ac:spMkLst>
        </pc:spChg>
      </pc:sldChg>
      <pc:sldChg chg="addSp delSp modSp add mod">
        <pc:chgData name="張哲誠" userId="5d6e92af-707e-44d9-a48f-9a80309f0b3d" providerId="ADAL" clId="{87957148-FB1E-4665-A019-A686AD00C742}" dt="2026-03-12T15:21:14.397" v="113" actId="6549"/>
        <pc:sldMkLst>
          <pc:docMk/>
          <pc:sldMk cId="3183796031" sldId="341"/>
        </pc:sldMkLst>
        <pc:spChg chg="mod">
          <ac:chgData name="張哲誠" userId="5d6e92af-707e-44d9-a48f-9a80309f0b3d" providerId="ADAL" clId="{87957148-FB1E-4665-A019-A686AD00C742}" dt="2026-03-12T15:21:14.397" v="113" actId="6549"/>
          <ac:spMkLst>
            <pc:docMk/>
            <pc:sldMk cId="3183796031" sldId="341"/>
            <ac:spMk id="3" creationId="{A88DF271-3466-4F02-3600-FEB7F42E1AF9}"/>
          </ac:spMkLst>
        </pc:spChg>
        <pc:picChg chg="del">
          <ac:chgData name="張哲誠" userId="5d6e92af-707e-44d9-a48f-9a80309f0b3d" providerId="ADAL" clId="{87957148-FB1E-4665-A019-A686AD00C742}" dt="2026-03-12T15:19:36.957" v="88" actId="478"/>
          <ac:picMkLst>
            <pc:docMk/>
            <pc:sldMk cId="3183796031" sldId="341"/>
            <ac:picMk id="5" creationId="{E34600F1-C96A-4F29-7341-0250A4C64010}"/>
          </ac:picMkLst>
        </pc:picChg>
        <pc:picChg chg="add mod">
          <ac:chgData name="張哲誠" userId="5d6e92af-707e-44d9-a48f-9a80309f0b3d" providerId="ADAL" clId="{87957148-FB1E-4665-A019-A686AD00C742}" dt="2026-03-12T15:20:29.254" v="93" actId="14100"/>
          <ac:picMkLst>
            <pc:docMk/>
            <pc:sldMk cId="3183796031" sldId="341"/>
            <ac:picMk id="6" creationId="{8D6EC587-BDC3-34C9-5F23-8F1C6F2BD2B3}"/>
          </ac:picMkLst>
        </pc:picChg>
      </pc:sldChg>
      <pc:sldChg chg="addSp modSp new mod">
        <pc:chgData name="張哲誠" userId="5d6e92af-707e-44d9-a48f-9a80309f0b3d" providerId="ADAL" clId="{87957148-FB1E-4665-A019-A686AD00C742}" dt="2026-03-12T15:23:19.780" v="126" actId="1076"/>
        <pc:sldMkLst>
          <pc:docMk/>
          <pc:sldMk cId="858772115" sldId="342"/>
        </pc:sldMkLst>
        <pc:picChg chg="add mod">
          <ac:chgData name="張哲誠" userId="5d6e92af-707e-44d9-a48f-9a80309f0b3d" providerId="ADAL" clId="{87957148-FB1E-4665-A019-A686AD00C742}" dt="2026-03-12T15:23:19.780" v="126" actId="1076"/>
          <ac:picMkLst>
            <pc:docMk/>
            <pc:sldMk cId="858772115" sldId="342"/>
            <ac:picMk id="4" creationId="{555CD274-69D2-B4CD-03F4-02732CF12855}"/>
          </ac:picMkLst>
        </pc:picChg>
        <pc:picChg chg="add mod">
          <ac:chgData name="張哲誠" userId="5d6e92af-707e-44d9-a48f-9a80309f0b3d" providerId="ADAL" clId="{87957148-FB1E-4665-A019-A686AD00C742}" dt="2026-03-12T15:23:14.879" v="125" actId="1076"/>
          <ac:picMkLst>
            <pc:docMk/>
            <pc:sldMk cId="858772115" sldId="342"/>
            <ac:picMk id="6" creationId="{60BCA278-B51B-F8F3-E52F-D5B869850166}"/>
          </ac:picMkLst>
        </pc:picChg>
      </pc:sldChg>
      <pc:sldChg chg="addSp delSp modSp add mod">
        <pc:chgData name="張哲誠" userId="5d6e92af-707e-44d9-a48f-9a80309f0b3d" providerId="ADAL" clId="{87957148-FB1E-4665-A019-A686AD00C742}" dt="2026-03-12T15:28:18.688" v="293" actId="14100"/>
        <pc:sldMkLst>
          <pc:docMk/>
          <pc:sldMk cId="1473486906" sldId="343"/>
        </pc:sldMkLst>
        <pc:spChg chg="mod">
          <ac:chgData name="張哲誠" userId="5d6e92af-707e-44d9-a48f-9a80309f0b3d" providerId="ADAL" clId="{87957148-FB1E-4665-A019-A686AD00C742}" dt="2026-03-12T15:27:00.163" v="289" actId="20577"/>
          <ac:spMkLst>
            <pc:docMk/>
            <pc:sldMk cId="1473486906" sldId="343"/>
            <ac:spMk id="3" creationId="{DCA2B69E-E2A5-E4B8-F578-BDF88E0E9505}"/>
          </ac:spMkLst>
        </pc:spChg>
        <pc:picChg chg="add mod">
          <ac:chgData name="張哲誠" userId="5d6e92af-707e-44d9-a48f-9a80309f0b3d" providerId="ADAL" clId="{87957148-FB1E-4665-A019-A686AD00C742}" dt="2026-03-12T15:28:18.688" v="293" actId="14100"/>
          <ac:picMkLst>
            <pc:docMk/>
            <pc:sldMk cId="1473486906" sldId="343"/>
            <ac:picMk id="5" creationId="{E8D7D8CB-001C-A70E-626C-1BAEB869DEF0}"/>
          </ac:picMkLst>
        </pc:picChg>
        <pc:picChg chg="del">
          <ac:chgData name="張哲誠" userId="5d6e92af-707e-44d9-a48f-9a80309f0b3d" providerId="ADAL" clId="{87957148-FB1E-4665-A019-A686AD00C742}" dt="2026-03-12T15:28:12.085" v="290" actId="478"/>
          <ac:picMkLst>
            <pc:docMk/>
            <pc:sldMk cId="1473486906" sldId="343"/>
            <ac:picMk id="6" creationId="{2FE32BE3-DFA4-A4B7-70CD-C13FDCD64CD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743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56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48287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87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29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215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9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2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51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4250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2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279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148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76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501A-E6BD-46D2-BD25-59A76987027A}" type="datetimeFigureOut">
              <a:rPr lang="zh-TW" altLang="en-US" smtClean="0"/>
              <a:t>2026/3/13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B57E17-8F56-4A3B-902A-CD16B50903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6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人工智慧概論與實務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308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主要用於資料處理上</a:t>
            </a:r>
            <a:endParaRPr lang="en-US" altLang="zh-TW" dirty="0"/>
          </a:p>
          <a:p>
            <a:r>
              <a:rPr lang="zh-TW" altLang="en-US" dirty="0"/>
              <a:t>底層以</a:t>
            </a:r>
            <a:r>
              <a:rPr lang="en-US" altLang="zh-TW" dirty="0"/>
              <a:t>C</a:t>
            </a:r>
            <a:r>
              <a:rPr lang="zh-TW" altLang="en-US" dirty="0"/>
              <a:t>和</a:t>
            </a:r>
            <a:r>
              <a:rPr lang="en-US" altLang="zh-TW" dirty="0"/>
              <a:t>Fortran</a:t>
            </a:r>
            <a:r>
              <a:rPr lang="zh-TW" altLang="en-US" dirty="0"/>
              <a:t>實作，所以能快速地操作多重維度的資料陣列</a:t>
            </a:r>
            <a:endParaRPr lang="en-US" altLang="zh-TW" dirty="0"/>
          </a:p>
          <a:p>
            <a:r>
              <a:rPr lang="zh-TW" altLang="en-US" dirty="0"/>
              <a:t>具備平行處理的能力，可以將操作動作一次套用在大型陣列上</a:t>
            </a:r>
            <a:endParaRPr lang="en-US" altLang="zh-TW" dirty="0"/>
          </a:p>
          <a:p>
            <a:r>
              <a:rPr lang="zh-TW" altLang="en-US" dirty="0"/>
              <a:t>其它重要的資料科學套件（例如：</a:t>
            </a:r>
            <a:r>
              <a:rPr lang="en-US" altLang="zh-TW" dirty="0"/>
              <a:t>Pandas</a:t>
            </a:r>
            <a:r>
              <a:rPr lang="zh-TW" altLang="en-US" dirty="0"/>
              <a:t>），都是基於</a:t>
            </a:r>
            <a:r>
              <a:rPr lang="en-US" altLang="zh-TW" dirty="0" err="1"/>
              <a:t>Numpy</a:t>
            </a:r>
            <a:r>
              <a:rPr lang="zh-TW" altLang="en-US" dirty="0"/>
              <a:t>基礎上應用的</a:t>
            </a:r>
          </a:p>
        </p:txBody>
      </p:sp>
    </p:spTree>
    <p:extLst>
      <p:ext uri="{BB962C8B-B14F-4D97-AF65-F5344CB8AC3E}">
        <p14:creationId xmlns:p14="http://schemas.microsoft.com/office/powerpoint/2010/main" val="1381384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5231851" cy="4622800"/>
          </a:xfrm>
        </p:spPr>
      </p:pic>
      <p:sp>
        <p:nvSpPr>
          <p:cNvPr id="5" name="文字方塊 4"/>
          <p:cNvSpPr txBox="1"/>
          <p:nvPr/>
        </p:nvSpPr>
        <p:spPr>
          <a:xfrm>
            <a:off x="5985518" y="2442472"/>
            <a:ext cx="3288484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載入需要的函式庫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建立矩陣並給予初始值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5985518" y="4241800"/>
            <a:ext cx="3288484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印出矩陣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印出相加矩陣</a:t>
            </a:r>
          </a:p>
        </p:txBody>
      </p:sp>
    </p:spTree>
    <p:extLst>
      <p:ext uri="{BB962C8B-B14F-4D97-AF65-F5344CB8AC3E}">
        <p14:creationId xmlns:p14="http://schemas.microsoft.com/office/powerpoint/2010/main" val="385836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4974167" cy="1473080"/>
          </a:xfrm>
        </p:spPr>
      </p:pic>
      <p:sp>
        <p:nvSpPr>
          <p:cNvPr id="5" name="文字方塊 4"/>
          <p:cNvSpPr txBox="1"/>
          <p:nvPr/>
        </p:nvSpPr>
        <p:spPr>
          <a:xfrm>
            <a:off x="5818509" y="2502980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印出矩陣特性</a:t>
            </a:r>
          </a:p>
        </p:txBody>
      </p:sp>
    </p:spTree>
    <p:extLst>
      <p:ext uri="{BB962C8B-B14F-4D97-AF65-F5344CB8AC3E}">
        <p14:creationId xmlns:p14="http://schemas.microsoft.com/office/powerpoint/2010/main" val="415340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930400"/>
            <a:ext cx="5397289" cy="3124200"/>
          </a:xfrm>
        </p:spPr>
      </p:pic>
    </p:spTree>
    <p:extLst>
      <p:ext uri="{BB962C8B-B14F-4D97-AF65-F5344CB8AC3E}">
        <p14:creationId xmlns:p14="http://schemas.microsoft.com/office/powerpoint/2010/main" val="214595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5267504" cy="2806700"/>
          </a:xfrm>
        </p:spPr>
      </p:pic>
      <p:sp>
        <p:nvSpPr>
          <p:cNvPr id="5" name="文字方塊 4"/>
          <p:cNvSpPr txBox="1"/>
          <p:nvPr/>
        </p:nvSpPr>
        <p:spPr>
          <a:xfrm>
            <a:off x="6148709" y="2668080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矩陣維度轉換</a:t>
            </a:r>
          </a:p>
        </p:txBody>
      </p:sp>
    </p:spTree>
    <p:extLst>
      <p:ext uri="{BB962C8B-B14F-4D97-AF65-F5344CB8AC3E}">
        <p14:creationId xmlns:p14="http://schemas.microsoft.com/office/powerpoint/2010/main" val="3822875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399"/>
            <a:ext cx="6047316" cy="4043129"/>
          </a:xfrm>
        </p:spPr>
      </p:pic>
      <p:sp>
        <p:nvSpPr>
          <p:cNvPr id="5" name="文字方塊 4"/>
          <p:cNvSpPr txBox="1"/>
          <p:nvPr/>
        </p:nvSpPr>
        <p:spPr>
          <a:xfrm>
            <a:off x="6891659" y="3010980"/>
            <a:ext cx="3288484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快速建立矩陣並給予初始值</a:t>
            </a:r>
          </a:p>
        </p:txBody>
      </p:sp>
    </p:spTree>
    <p:extLst>
      <p:ext uri="{BB962C8B-B14F-4D97-AF65-F5344CB8AC3E}">
        <p14:creationId xmlns:p14="http://schemas.microsoft.com/office/powerpoint/2010/main" val="20195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17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7972425" cy="3067050"/>
          </a:xfr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5283598" y="1144080"/>
            <a:ext cx="382991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載入額外函式庫，用來畫圖及上傳圖檔</a:t>
            </a:r>
          </a:p>
        </p:txBody>
      </p:sp>
    </p:spTree>
    <p:extLst>
      <p:ext uri="{BB962C8B-B14F-4D97-AF65-F5344CB8AC3E}">
        <p14:creationId xmlns:p14="http://schemas.microsoft.com/office/powerpoint/2010/main" val="102716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79"/>
          <a:stretch>
            <a:fillRect/>
          </a:stretch>
        </p:blipFill>
        <p:spPr>
          <a:xfrm>
            <a:off x="2174916" y="2149433"/>
            <a:ext cx="4543425" cy="695367"/>
          </a:xfr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7359045" y="2382330"/>
            <a:ext cx="382991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將圖檔資料載入至</a:t>
            </a:r>
            <a:r>
              <a:rPr lang="en-US" altLang="zh-TW" dirty="0" err="1">
                <a:solidFill>
                  <a:srgbClr val="FF0000"/>
                </a:solidFill>
              </a:rPr>
              <a:t>img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359045" y="3435374"/>
            <a:ext cx="3829913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查看特性</a:t>
            </a:r>
          </a:p>
        </p:txBody>
      </p:sp>
      <p:pic>
        <p:nvPicPr>
          <p:cNvPr id="3" name="內容版面配置區 4">
            <a:extLst>
              <a:ext uri="{FF2B5EF4-FFF2-40B4-BE49-F238E27FC236}">
                <a16:creationId xmlns:a16="http://schemas.microsoft.com/office/drawing/2014/main" id="{AF814DCE-4A54-2CD1-F55D-2AD997525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778" y="3005677"/>
            <a:ext cx="52197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69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277" y="2160588"/>
            <a:ext cx="4009484" cy="3881437"/>
          </a:xfrm>
        </p:spPr>
      </p:pic>
    </p:spTree>
    <p:extLst>
      <p:ext uri="{BB962C8B-B14F-4D97-AF65-F5344CB8AC3E}">
        <p14:creationId xmlns:p14="http://schemas.microsoft.com/office/powerpoint/2010/main" val="3529200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684" y="2160588"/>
            <a:ext cx="5486670" cy="3881437"/>
          </a:xfrm>
        </p:spPr>
      </p:pic>
    </p:spTree>
    <p:extLst>
      <p:ext uri="{BB962C8B-B14F-4D97-AF65-F5344CB8AC3E}">
        <p14:creationId xmlns:p14="http://schemas.microsoft.com/office/powerpoint/2010/main" val="528157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6216045" y="2159024"/>
            <a:ext cx="410905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利用簡單的運算概念，印出不同的效果</a:t>
            </a:r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4"/>
          <a:stretch/>
        </p:blipFill>
        <p:spPr>
          <a:xfrm>
            <a:off x="923090" y="2343690"/>
            <a:ext cx="4865354" cy="3329345"/>
          </a:xfrm>
        </p:spPr>
      </p:pic>
    </p:spTree>
    <p:extLst>
      <p:ext uri="{BB962C8B-B14F-4D97-AF65-F5344CB8AC3E}">
        <p14:creationId xmlns:p14="http://schemas.microsoft.com/office/powerpoint/2010/main" val="2365596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0571-1819-D79D-52D5-4D9A12BB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5ADCAE-38AE-AFD2-17DC-E63694407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AD2649-C958-D235-8467-43FB62FBC282}"/>
              </a:ext>
            </a:extLst>
          </p:cNvPr>
          <p:cNvSpPr txBox="1"/>
          <p:nvPr/>
        </p:nvSpPr>
        <p:spPr>
          <a:xfrm>
            <a:off x="6216045" y="2159024"/>
            <a:ext cx="4109055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利用簡單的運算概念，印出不同的效果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444B812D-81B2-D0E5-11A2-10D09B6F2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4"/>
          <a:stretch/>
        </p:blipFill>
        <p:spPr>
          <a:xfrm>
            <a:off x="923090" y="2343690"/>
            <a:ext cx="4865354" cy="3329345"/>
          </a:xfr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265EE8B-F0D9-061A-DFA6-366636F42874}"/>
              </a:ext>
            </a:extLst>
          </p:cNvPr>
          <p:cNvSpPr txBox="1"/>
          <p:nvPr/>
        </p:nvSpPr>
        <p:spPr>
          <a:xfrm>
            <a:off x="5143500" y="5802868"/>
            <a:ext cx="689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dirty="0" err="1"/>
              <a:t>plt.imshow</a:t>
            </a:r>
            <a:r>
              <a:rPr lang="en-US" altLang="zh-TW" dirty="0"/>
              <a:t>(</a:t>
            </a:r>
            <a:r>
              <a:rPr lang="en-US" altLang="zh-TW" dirty="0" err="1"/>
              <a:t>img</a:t>
            </a:r>
            <a:r>
              <a:rPr lang="en-US" altLang="zh-TW" dirty="0"/>
              <a:t>[0:int(</a:t>
            </a:r>
            <a:r>
              <a:rPr lang="en-US" altLang="zh-TW" dirty="0" err="1"/>
              <a:t>img.shape</a:t>
            </a:r>
            <a:r>
              <a:rPr lang="en-US" altLang="zh-TW" dirty="0"/>
              <a:t>[0]/2), 0:int(</a:t>
            </a:r>
            <a:r>
              <a:rPr lang="en-US" altLang="zh-TW" dirty="0" err="1"/>
              <a:t>img.shape</a:t>
            </a:r>
            <a:r>
              <a:rPr lang="en-US" altLang="zh-TW" dirty="0"/>
              <a:t>[1]/2), :])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546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8272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8" y="1364497"/>
            <a:ext cx="4533900" cy="1552575"/>
          </a:xfrm>
        </p:spPr>
      </p:pic>
      <p:sp>
        <p:nvSpPr>
          <p:cNvPr id="6" name="文字方塊 5"/>
          <p:cNvSpPr txBox="1"/>
          <p:nvPr/>
        </p:nvSpPr>
        <p:spPr>
          <a:xfrm>
            <a:off x="6280213" y="1298098"/>
            <a:ext cx="3829913" cy="64633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不同的套件載入同一張圖片，資料欄位的定義也有可能不同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8" y="3177046"/>
            <a:ext cx="4762500" cy="93345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8" y="4370470"/>
            <a:ext cx="48006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65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Numpy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80" y="267618"/>
            <a:ext cx="4479175" cy="6420431"/>
          </a:xfrm>
        </p:spPr>
      </p:pic>
    </p:spTree>
    <p:extLst>
      <p:ext uri="{BB962C8B-B14F-4D97-AF65-F5344CB8AC3E}">
        <p14:creationId xmlns:p14="http://schemas.microsoft.com/office/powerpoint/2010/main" val="2007958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03" y="299704"/>
            <a:ext cx="9771902" cy="6389854"/>
          </a:xfrm>
        </p:spPr>
      </p:pic>
    </p:spTree>
    <p:extLst>
      <p:ext uri="{BB962C8B-B14F-4D97-AF65-F5344CB8AC3E}">
        <p14:creationId xmlns:p14="http://schemas.microsoft.com/office/powerpoint/2010/main" val="1909612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323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en-US" sz="2400" dirty="0"/>
              <a:t>利用載入的檔案，加上一些簡單的矩陣運算，把圖片變成</a:t>
            </a:r>
            <a:r>
              <a:rPr lang="en-US" altLang="zh-TW" sz="2400" dirty="0"/>
              <a:t>1/x</a:t>
            </a:r>
            <a:r>
              <a:rPr lang="en-US" altLang="zh-TW" sz="2400" baseline="30000" dirty="0"/>
              <a:t>2</a:t>
            </a:r>
            <a:r>
              <a:rPr lang="zh-TW" altLang="en-US" sz="2400" dirty="0"/>
              <a:t>大小</a:t>
            </a:r>
            <a:endParaRPr lang="en-US" altLang="zh-TW" sz="2400" dirty="0"/>
          </a:p>
          <a:p>
            <a:pPr algn="just"/>
            <a:r>
              <a:rPr lang="zh-TW" altLang="en-US" sz="2400" dirty="0"/>
              <a:t>例如：</a:t>
            </a:r>
            <a:endParaRPr lang="en-US" altLang="zh-TW" sz="2400" dirty="0"/>
          </a:p>
          <a:p>
            <a:pPr lvl="1" algn="just"/>
            <a:r>
              <a:rPr lang="zh-TW" altLang="en-US" sz="2000" dirty="0"/>
              <a:t>輸入</a:t>
            </a:r>
            <a:r>
              <a:rPr lang="en-US" altLang="zh-TW" sz="2000" dirty="0"/>
              <a:t>2</a:t>
            </a:r>
            <a:r>
              <a:rPr lang="zh-TW" altLang="en-US" sz="2000" dirty="0"/>
              <a:t>，就變成</a:t>
            </a:r>
            <a:r>
              <a:rPr lang="en-US" altLang="zh-TW" sz="2000" dirty="0"/>
              <a:t>1/4</a:t>
            </a:r>
            <a:r>
              <a:rPr lang="zh-TW" altLang="en-US" sz="2000" dirty="0"/>
              <a:t>大小</a:t>
            </a:r>
            <a:endParaRPr lang="en-US" altLang="zh-TW" sz="2000" dirty="0"/>
          </a:p>
          <a:p>
            <a:pPr lvl="1" algn="just"/>
            <a:r>
              <a:rPr lang="zh-TW" altLang="en-US" sz="2000" dirty="0"/>
              <a:t>輸入</a:t>
            </a:r>
            <a:r>
              <a:rPr lang="en-US" altLang="zh-TW" sz="2000" dirty="0"/>
              <a:t>3</a:t>
            </a:r>
            <a:r>
              <a:rPr lang="zh-TW" altLang="en-US" sz="2000" dirty="0"/>
              <a:t>，就變成</a:t>
            </a:r>
            <a:r>
              <a:rPr lang="en-US" altLang="zh-TW" sz="2000" dirty="0"/>
              <a:t>1/9</a:t>
            </a:r>
            <a:r>
              <a:rPr lang="zh-TW" altLang="en-US" sz="2000" dirty="0"/>
              <a:t>大小</a:t>
            </a:r>
            <a:endParaRPr lang="zh-TW" altLang="en-US" sz="2400" dirty="0"/>
          </a:p>
        </p:txBody>
      </p:sp>
      <p:pic>
        <p:nvPicPr>
          <p:cNvPr id="5" name="內容版面配置區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4"/>
          <a:stretch/>
        </p:blipFill>
        <p:spPr>
          <a:xfrm>
            <a:off x="7326646" y="3528655"/>
            <a:ext cx="4865354" cy="332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41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3BF2-D969-139B-053D-1ABCBDEF0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EFD9E3-08FD-7B7A-F2E2-041FDCB1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DF271-3466-4F02-3600-FEB7F42E1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en-US" sz="2400" dirty="0"/>
              <a:t>利用載入的檔案，加上一些簡單的矩陣運算，把圖片起點變成新設定的值</a:t>
            </a:r>
            <a:endParaRPr lang="en-US" altLang="zh-TW" sz="2400" dirty="0"/>
          </a:p>
          <a:p>
            <a:pPr algn="just"/>
            <a:r>
              <a:rPr lang="zh-TW" altLang="en-US" sz="2400" dirty="0"/>
              <a:t>例如：</a:t>
            </a:r>
            <a:endParaRPr lang="en-US" altLang="zh-TW" sz="2400" dirty="0"/>
          </a:p>
          <a:p>
            <a:pPr lvl="1" algn="just"/>
            <a:r>
              <a:rPr lang="zh-TW" altLang="en-US" sz="2000" dirty="0"/>
              <a:t>輸入</a:t>
            </a:r>
            <a:r>
              <a:rPr lang="en-US" altLang="zh-TW" sz="2000" dirty="0"/>
              <a:t>x = 1000, y = 600</a:t>
            </a:r>
            <a:endParaRPr lang="zh-TW" altLang="en-US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6EC587-BDC3-34C9-5F23-8F1C6F2BD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51" y="2685143"/>
            <a:ext cx="5794049" cy="417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96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976C92-164E-25C1-CF72-D2A014C3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AEAC28-59B5-9D2F-7795-BC5C1F6D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5CD274-69D2-B4CD-03F4-02732CF1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99" y="1342571"/>
            <a:ext cx="5794049" cy="417285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0BCA278-B51B-F8F3-E52F-D5B869850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42"/>
          <a:stretch>
            <a:fillRect/>
          </a:stretch>
        </p:blipFill>
        <p:spPr>
          <a:xfrm>
            <a:off x="6571502" y="1533298"/>
            <a:ext cx="5404999" cy="379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72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0C73E-14F1-5138-5B47-775929C13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6314D-2E43-7537-2596-ED58D2BE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A2B69E-E2A5-E4B8-F578-BDF88E0E9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TW" altLang="en-US" sz="2400" dirty="0"/>
              <a:t>利用載入的檔案，加上一些簡單的矩陣運算，就能變成負片效果：使用</a:t>
            </a:r>
            <a:r>
              <a:rPr lang="en-US" altLang="zh-TW" sz="2400" dirty="0"/>
              <a:t>255</a:t>
            </a:r>
            <a:r>
              <a:rPr lang="zh-TW" altLang="en-US" sz="2400" dirty="0"/>
              <a:t>減去每個像素值</a:t>
            </a:r>
            <a:r>
              <a:rPr lang="en-US" altLang="zh-TW" sz="2400" dirty="0"/>
              <a:t>~~</a:t>
            </a:r>
            <a:endParaRPr lang="zh-TW" alt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D7D8CB-001C-A70E-626C-1BAEB869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72770"/>
            <a:ext cx="6096000" cy="408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86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90" y="1808956"/>
            <a:ext cx="5557837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698315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1864</TotalTime>
  <Words>297</Words>
  <Application>Microsoft Office PowerPoint</Application>
  <PresentationFormat>寬螢幕</PresentationFormat>
  <Paragraphs>44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Arial</vt:lpstr>
      <vt:lpstr>Trebuchet MS</vt:lpstr>
      <vt:lpstr>Wingdings 3</vt:lpstr>
      <vt:lpstr>多面向</vt:lpstr>
      <vt:lpstr>人工智慧概論與實務</vt:lpstr>
      <vt:lpstr>Numpy</vt:lpstr>
      <vt:lpstr>Numpy</vt:lpstr>
      <vt:lpstr>Numpy</vt:lpstr>
      <vt:lpstr>Numpy</vt:lpstr>
      <vt:lpstr>Numpy</vt:lpstr>
      <vt:lpstr>Numpy</vt:lpstr>
      <vt:lpstr>PowerPoint 簡報</vt:lpstr>
      <vt:lpstr>Numpy</vt:lpstr>
      <vt:lpstr>Numpy</vt:lpstr>
      <vt:lpstr>Numpy</vt:lpstr>
      <vt:lpstr>Numpy</vt:lpstr>
      <vt:lpstr>Numpy</vt:lpstr>
      <vt:lpstr>Numpy</vt:lpstr>
      <vt:lpstr>PowerPoint 簡報</vt:lpstr>
      <vt:lpstr>Numpy</vt:lpstr>
      <vt:lpstr>Numpy</vt:lpstr>
      <vt:lpstr>PowerPoint 簡報</vt:lpstr>
      <vt:lpstr>PowerPoint 簡報</vt:lpstr>
      <vt:lpstr>習題</vt:lpstr>
      <vt:lpstr>習題</vt:lpstr>
      <vt:lpstr>PowerPoint 簡報</vt:lpstr>
      <vt:lpstr>習題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人工智慧與深度學習</dc:title>
  <dc:creator>Ray</dc:creator>
  <cp:lastModifiedBy>User</cp:lastModifiedBy>
  <cp:revision>67</cp:revision>
  <dcterms:created xsi:type="dcterms:W3CDTF">2018-09-25T15:01:53Z</dcterms:created>
  <dcterms:modified xsi:type="dcterms:W3CDTF">2026-03-13T02:18:13Z</dcterms:modified>
</cp:coreProperties>
</file>